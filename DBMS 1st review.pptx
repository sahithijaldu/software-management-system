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media/image9.jpg" ContentType="image/jpeg"/>
  <Override PartName="/ppt/media/image10.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318" r:id="rId3"/>
    <p:sldId id="258" r:id="rId4"/>
    <p:sldId id="303" r:id="rId5"/>
    <p:sldId id="317" r:id="rId6"/>
    <p:sldId id="315" r:id="rId7"/>
    <p:sldId id="309" r:id="rId8"/>
    <p:sldId id="310" r:id="rId9"/>
    <p:sldId id="311" r:id="rId10"/>
    <p:sldId id="287" r:id="rId11"/>
    <p:sldId id="313" r:id="rId12"/>
    <p:sldId id="292" r:id="rId13"/>
    <p:sldId id="293" r:id="rId14"/>
    <p:sldId id="294" r:id="rId15"/>
    <p:sldId id="295" r:id="rId16"/>
    <p:sldId id="296" r:id="rId17"/>
    <p:sldId id="299" r:id="rId18"/>
    <p:sldId id="312" r:id="rId19"/>
    <p:sldId id="269" r:id="rId20"/>
  </p:sldIdLst>
  <p:sldSz cx="10058400" cy="7772400"/>
  <p:notesSz cx="10058400" cy="7772400"/>
  <p:defaultTextStyle>
    <a:defPPr>
      <a:defRPr kern="0"/>
    </a:defPPr>
  </p:defaultTextStyle>
  <p:extLst>
    <p:ext uri="{521415D9-36F7-43E2-AB2F-B90AF26B5E84}">
      <p14:sectionLst xmlns:p14="http://schemas.microsoft.com/office/powerpoint/2010/main">
        <p14:section name="Default Section" id="{C0FC0098-AF54-4177-8F1B-238DA325A052}">
          <p14:sldIdLst>
            <p14:sldId id="256"/>
            <p14:sldId id="318"/>
            <p14:sldId id="258"/>
            <p14:sldId id="303"/>
            <p14:sldId id="317"/>
            <p14:sldId id="315"/>
            <p14:sldId id="309"/>
            <p14:sldId id="310"/>
            <p14:sldId id="311"/>
            <p14:sldId id="287"/>
            <p14:sldId id="313"/>
            <p14:sldId id="292"/>
            <p14:sldId id="293"/>
            <p14:sldId id="294"/>
            <p14:sldId id="295"/>
            <p14:sldId id="296"/>
            <p14:sldId id="299"/>
            <p14:sldId id="312"/>
            <p14:sldId id="269"/>
          </p14:sldIdLst>
        </p14:section>
        <p14:section name="Untitled Section" id="{439032BC-98D8-40A3-897D-F60A96B10B89}">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8098F8-6882-4F68-98FB-FEC7B0E911A7}" v="17" dt="2026-09-19T16:39:04.79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5" autoAdjust="0"/>
    <p:restoredTop sz="94660"/>
  </p:normalViewPr>
  <p:slideViewPr>
    <p:cSldViewPr>
      <p:cViewPr>
        <p:scale>
          <a:sx n="72" d="100"/>
          <a:sy n="72" d="100"/>
        </p:scale>
        <p:origin x="1661" y="259"/>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 Sahithi" userId="28be606b5a3c1747" providerId="LiveId" clId="{C1E507D0-7643-4241-80D5-6B22B05DAC52}"/>
    <pc:docChg chg="undo custSel addSld delSld modSld sldOrd modSection">
      <pc:chgData name="J Sahithi" userId="28be606b5a3c1747" providerId="LiveId" clId="{C1E507D0-7643-4241-80D5-6B22B05DAC52}" dt="2026-09-19T16:39:04.789" v="239"/>
      <pc:docMkLst>
        <pc:docMk/>
      </pc:docMkLst>
      <pc:sldChg chg="modSp mod">
        <pc:chgData name="J Sahithi" userId="28be606b5a3c1747" providerId="LiveId" clId="{C1E507D0-7643-4241-80D5-6B22B05DAC52}" dt="2026-09-18T17:25:30.681" v="16" actId="20577"/>
        <pc:sldMkLst>
          <pc:docMk/>
          <pc:sldMk cId="0" sldId="256"/>
        </pc:sldMkLst>
        <pc:spChg chg="mod">
          <ac:chgData name="J Sahithi" userId="28be606b5a3c1747" providerId="LiveId" clId="{C1E507D0-7643-4241-80D5-6B22B05DAC52}" dt="2026-09-18T17:25:30.681" v="16" actId="20577"/>
          <ac:spMkLst>
            <pc:docMk/>
            <pc:sldMk cId="0" sldId="256"/>
            <ac:spMk id="4" creationId="{00000000-0000-0000-0000-000000000000}"/>
          </ac:spMkLst>
        </pc:spChg>
      </pc:sldChg>
      <pc:sldChg chg="del">
        <pc:chgData name="J Sahithi" userId="28be606b5a3c1747" providerId="LiveId" clId="{C1E507D0-7643-4241-80D5-6B22B05DAC52}" dt="2026-09-18T17:42:35.463" v="20" actId="47"/>
        <pc:sldMkLst>
          <pc:docMk/>
          <pc:sldMk cId="0" sldId="257"/>
        </pc:sldMkLst>
      </pc:sldChg>
      <pc:sldChg chg="add del">
        <pc:chgData name="J Sahithi" userId="28be606b5a3c1747" providerId="LiveId" clId="{C1E507D0-7643-4241-80D5-6B22B05DAC52}" dt="2026-09-19T16:39:04.789" v="239"/>
        <pc:sldMkLst>
          <pc:docMk/>
          <pc:sldMk cId="746778759" sldId="269"/>
        </pc:sldMkLst>
      </pc:sldChg>
      <pc:sldChg chg="addSp delSp modSp add mod">
        <pc:chgData name="J Sahithi" userId="28be606b5a3c1747" providerId="LiveId" clId="{C1E507D0-7643-4241-80D5-6B22B05DAC52}" dt="2026-09-19T16:35:40.492" v="214" actId="1076"/>
        <pc:sldMkLst>
          <pc:docMk/>
          <pc:sldMk cId="1510185755" sldId="287"/>
        </pc:sldMkLst>
        <pc:spChg chg="mod">
          <ac:chgData name="J Sahithi" userId="28be606b5a3c1747" providerId="LiveId" clId="{C1E507D0-7643-4241-80D5-6B22B05DAC52}" dt="2026-09-19T16:35:40.492" v="214" actId="1076"/>
          <ac:spMkLst>
            <pc:docMk/>
            <pc:sldMk cId="1510185755" sldId="287"/>
            <ac:spMk id="7" creationId="{C996B418-1692-861F-B2FC-D97A6A0DCECA}"/>
          </ac:spMkLst>
        </pc:spChg>
        <pc:spChg chg="del mod">
          <ac:chgData name="J Sahithi" userId="28be606b5a3c1747" providerId="LiveId" clId="{C1E507D0-7643-4241-80D5-6B22B05DAC52}" dt="2026-09-18T17:58:30.911" v="28"/>
          <ac:spMkLst>
            <pc:docMk/>
            <pc:sldMk cId="1510185755" sldId="287"/>
            <ac:spMk id="9" creationId="{A56E2F94-6AD4-B724-E3FB-997227B0055D}"/>
          </ac:spMkLst>
        </pc:spChg>
        <pc:picChg chg="add mod modCrop">
          <ac:chgData name="J Sahithi" userId="28be606b5a3c1747" providerId="LiveId" clId="{C1E507D0-7643-4241-80D5-6B22B05DAC52}" dt="2026-09-18T17:59:51.775" v="45" actId="14100"/>
          <ac:picMkLst>
            <pc:docMk/>
            <pc:sldMk cId="1510185755" sldId="287"/>
            <ac:picMk id="10" creationId="{4A89A325-D558-12C7-608F-D03C2D344388}"/>
          </ac:picMkLst>
        </pc:picChg>
      </pc:sldChg>
      <pc:sldChg chg="addSp delSp modSp add mod">
        <pc:chgData name="J Sahithi" userId="28be606b5a3c1747" providerId="LiveId" clId="{C1E507D0-7643-4241-80D5-6B22B05DAC52}" dt="2026-09-19T16:36:18.098" v="220" actId="1076"/>
        <pc:sldMkLst>
          <pc:docMk/>
          <pc:sldMk cId="26077263" sldId="292"/>
        </pc:sldMkLst>
        <pc:spChg chg="mod">
          <ac:chgData name="J Sahithi" userId="28be606b5a3c1747" providerId="LiveId" clId="{C1E507D0-7643-4241-80D5-6B22B05DAC52}" dt="2026-09-19T16:36:18.098" v="220" actId="1076"/>
          <ac:spMkLst>
            <pc:docMk/>
            <pc:sldMk cId="26077263" sldId="292"/>
            <ac:spMk id="7" creationId="{0A3D4540-9EF3-DE22-0F98-4B4BAC3FACC2}"/>
          </ac:spMkLst>
        </pc:spChg>
        <pc:spChg chg="del mod">
          <ac:chgData name="J Sahithi" userId="28be606b5a3c1747" providerId="LiveId" clId="{C1E507D0-7643-4241-80D5-6B22B05DAC52}" dt="2026-09-18T18:21:39.032" v="70"/>
          <ac:spMkLst>
            <pc:docMk/>
            <pc:sldMk cId="26077263" sldId="292"/>
            <ac:spMk id="9" creationId="{7A800D15-2389-5516-DA9E-AC441973A9C8}"/>
          </ac:spMkLst>
        </pc:spChg>
        <pc:picChg chg="add del mod modCrop">
          <ac:chgData name="J Sahithi" userId="28be606b5a3c1747" providerId="LiveId" clId="{C1E507D0-7643-4241-80D5-6B22B05DAC52}" dt="2026-09-18T18:24:03.577" v="72" actId="478"/>
          <ac:picMkLst>
            <pc:docMk/>
            <pc:sldMk cId="26077263" sldId="292"/>
            <ac:picMk id="10" creationId="{57E65594-05B4-D4E5-7183-C0A980BFA6C1}"/>
          </ac:picMkLst>
        </pc:picChg>
        <pc:picChg chg="add mod modCrop">
          <ac:chgData name="J Sahithi" userId="28be606b5a3c1747" providerId="LiveId" clId="{C1E507D0-7643-4241-80D5-6B22B05DAC52}" dt="2026-09-18T18:25:14.398" v="91" actId="1076"/>
          <ac:picMkLst>
            <pc:docMk/>
            <pc:sldMk cId="26077263" sldId="292"/>
            <ac:picMk id="12" creationId="{DEEE967D-CD56-3D22-CAAF-6E92C14D9ABE}"/>
          </ac:picMkLst>
        </pc:picChg>
      </pc:sldChg>
      <pc:sldChg chg="addSp delSp modSp add mod">
        <pc:chgData name="J Sahithi" userId="28be606b5a3c1747" providerId="LiveId" clId="{C1E507D0-7643-4241-80D5-6B22B05DAC52}" dt="2026-09-19T16:36:32.730" v="222" actId="1076"/>
        <pc:sldMkLst>
          <pc:docMk/>
          <pc:sldMk cId="144075212" sldId="293"/>
        </pc:sldMkLst>
        <pc:spChg chg="mod">
          <ac:chgData name="J Sahithi" userId="28be606b5a3c1747" providerId="LiveId" clId="{C1E507D0-7643-4241-80D5-6B22B05DAC52}" dt="2026-09-19T16:36:32.730" v="222" actId="1076"/>
          <ac:spMkLst>
            <pc:docMk/>
            <pc:sldMk cId="144075212" sldId="293"/>
            <ac:spMk id="7" creationId="{0A3D4540-9EF3-DE22-0F98-4B4BAC3FACC2}"/>
          </ac:spMkLst>
        </pc:spChg>
        <pc:spChg chg="del mod">
          <ac:chgData name="J Sahithi" userId="28be606b5a3c1747" providerId="LiveId" clId="{C1E507D0-7643-4241-80D5-6B22B05DAC52}" dt="2026-09-19T16:24:33.497" v="160"/>
          <ac:spMkLst>
            <pc:docMk/>
            <pc:sldMk cId="144075212" sldId="293"/>
            <ac:spMk id="9" creationId="{7A800D15-2389-5516-DA9E-AC441973A9C8}"/>
          </ac:spMkLst>
        </pc:spChg>
        <pc:picChg chg="add mod modCrop">
          <ac:chgData name="J Sahithi" userId="28be606b5a3c1747" providerId="LiveId" clId="{C1E507D0-7643-4241-80D5-6B22B05DAC52}" dt="2026-09-19T16:25:55.939" v="169" actId="14100"/>
          <ac:picMkLst>
            <pc:docMk/>
            <pc:sldMk cId="144075212" sldId="293"/>
            <ac:picMk id="10" creationId="{A024C519-307E-1E80-CC84-9E296547150A}"/>
          </ac:picMkLst>
        </pc:picChg>
      </pc:sldChg>
      <pc:sldChg chg="addSp delSp modSp add mod ord">
        <pc:chgData name="J Sahithi" userId="28be606b5a3c1747" providerId="LiveId" clId="{C1E507D0-7643-4241-80D5-6B22B05DAC52}" dt="2026-09-19T16:37:14.568" v="228" actId="20577"/>
        <pc:sldMkLst>
          <pc:docMk/>
          <pc:sldMk cId="552543327" sldId="294"/>
        </pc:sldMkLst>
        <pc:spChg chg="mod">
          <ac:chgData name="J Sahithi" userId="28be606b5a3c1747" providerId="LiveId" clId="{C1E507D0-7643-4241-80D5-6B22B05DAC52}" dt="2026-09-19T16:37:14.568" v="228" actId="20577"/>
          <ac:spMkLst>
            <pc:docMk/>
            <pc:sldMk cId="552543327" sldId="294"/>
            <ac:spMk id="7" creationId="{0A3D4540-9EF3-DE22-0F98-4B4BAC3FACC2}"/>
          </ac:spMkLst>
        </pc:spChg>
        <pc:spChg chg="del mod">
          <ac:chgData name="J Sahithi" userId="28be606b5a3c1747" providerId="LiveId" clId="{C1E507D0-7643-4241-80D5-6B22B05DAC52}" dt="2026-09-19T06:38:48.808" v="107"/>
          <ac:spMkLst>
            <pc:docMk/>
            <pc:sldMk cId="552543327" sldId="294"/>
            <ac:spMk id="9" creationId="{7A800D15-2389-5516-DA9E-AC441973A9C8}"/>
          </ac:spMkLst>
        </pc:spChg>
        <pc:picChg chg="add del mod modCrop">
          <ac:chgData name="J Sahithi" userId="28be606b5a3c1747" providerId="LiveId" clId="{C1E507D0-7643-4241-80D5-6B22B05DAC52}" dt="2026-09-19T06:42:25.326" v="113" actId="478"/>
          <ac:picMkLst>
            <pc:docMk/>
            <pc:sldMk cId="552543327" sldId="294"/>
            <ac:picMk id="10" creationId="{C765D11A-43BC-0D7C-7FE6-409FC913A82B}"/>
          </ac:picMkLst>
        </pc:picChg>
        <pc:picChg chg="add mod">
          <ac:chgData name="J Sahithi" userId="28be606b5a3c1747" providerId="LiveId" clId="{C1E507D0-7643-4241-80D5-6B22B05DAC52}" dt="2026-09-19T06:42:51.202" v="120" actId="1076"/>
          <ac:picMkLst>
            <pc:docMk/>
            <pc:sldMk cId="552543327" sldId="294"/>
            <ac:picMk id="12" creationId="{2BB9C59F-440A-76B4-DA5E-F40B845B78C2}"/>
          </ac:picMkLst>
        </pc:picChg>
      </pc:sldChg>
      <pc:sldChg chg="addSp delSp modSp add mod">
        <pc:chgData name="J Sahithi" userId="28be606b5a3c1747" providerId="LiveId" clId="{C1E507D0-7643-4241-80D5-6B22B05DAC52}" dt="2026-09-19T16:37:44.962" v="231" actId="14100"/>
        <pc:sldMkLst>
          <pc:docMk/>
          <pc:sldMk cId="4218948675" sldId="295"/>
        </pc:sldMkLst>
        <pc:spChg chg="mod">
          <ac:chgData name="J Sahithi" userId="28be606b5a3c1747" providerId="LiveId" clId="{C1E507D0-7643-4241-80D5-6B22B05DAC52}" dt="2026-09-19T16:37:40.145" v="230" actId="1076"/>
          <ac:spMkLst>
            <pc:docMk/>
            <pc:sldMk cId="4218948675" sldId="295"/>
            <ac:spMk id="7" creationId="{0A3D4540-9EF3-DE22-0F98-4B4BAC3FACC2}"/>
          </ac:spMkLst>
        </pc:spChg>
        <pc:spChg chg="del mod">
          <ac:chgData name="J Sahithi" userId="28be606b5a3c1747" providerId="LiveId" clId="{C1E507D0-7643-4241-80D5-6B22B05DAC52}" dt="2026-09-19T06:59:49.940" v="132"/>
          <ac:spMkLst>
            <pc:docMk/>
            <pc:sldMk cId="4218948675" sldId="295"/>
            <ac:spMk id="9" creationId="{7A800D15-2389-5516-DA9E-AC441973A9C8}"/>
          </ac:spMkLst>
        </pc:spChg>
        <pc:picChg chg="add del mod modCrop">
          <ac:chgData name="J Sahithi" userId="28be606b5a3c1747" providerId="LiveId" clId="{C1E507D0-7643-4241-80D5-6B22B05DAC52}" dt="2026-09-19T06:59:49.938" v="130" actId="478"/>
          <ac:picMkLst>
            <pc:docMk/>
            <pc:sldMk cId="4218948675" sldId="295"/>
            <ac:picMk id="10" creationId="{C074FECC-28D7-419D-D305-3A67F3C24FD3}"/>
          </ac:picMkLst>
        </pc:picChg>
        <pc:picChg chg="add mod">
          <ac:chgData name="J Sahithi" userId="28be606b5a3c1747" providerId="LiveId" clId="{C1E507D0-7643-4241-80D5-6B22B05DAC52}" dt="2026-09-19T16:37:44.962" v="231" actId="14100"/>
          <ac:picMkLst>
            <pc:docMk/>
            <pc:sldMk cId="4218948675" sldId="295"/>
            <ac:picMk id="12" creationId="{24165C93-1992-4770-A7ED-6CD369265EB1}"/>
          </ac:picMkLst>
        </pc:picChg>
      </pc:sldChg>
      <pc:sldChg chg="addSp delSp modSp add mod">
        <pc:chgData name="J Sahithi" userId="28be606b5a3c1747" providerId="LiveId" clId="{C1E507D0-7643-4241-80D5-6B22B05DAC52}" dt="2026-09-19T16:38:03.058" v="233" actId="255"/>
        <pc:sldMkLst>
          <pc:docMk/>
          <pc:sldMk cId="3221489252" sldId="296"/>
        </pc:sldMkLst>
        <pc:spChg chg="mod">
          <ac:chgData name="J Sahithi" userId="28be606b5a3c1747" providerId="LiveId" clId="{C1E507D0-7643-4241-80D5-6B22B05DAC52}" dt="2026-09-19T16:38:03.058" v="233" actId="255"/>
          <ac:spMkLst>
            <pc:docMk/>
            <pc:sldMk cId="3221489252" sldId="296"/>
            <ac:spMk id="7" creationId="{0A3D4540-9EF3-DE22-0F98-4B4BAC3FACC2}"/>
          </ac:spMkLst>
        </pc:spChg>
        <pc:spChg chg="del mod">
          <ac:chgData name="J Sahithi" userId="28be606b5a3c1747" providerId="LiveId" clId="{C1E507D0-7643-4241-80D5-6B22B05DAC52}" dt="2026-09-19T07:42:19.522" v="146"/>
          <ac:spMkLst>
            <pc:docMk/>
            <pc:sldMk cId="3221489252" sldId="296"/>
            <ac:spMk id="9" creationId="{7A800D15-2389-5516-DA9E-AC441973A9C8}"/>
          </ac:spMkLst>
        </pc:spChg>
        <pc:grpChg chg="mod">
          <ac:chgData name="J Sahithi" userId="28be606b5a3c1747" providerId="LiveId" clId="{C1E507D0-7643-4241-80D5-6B22B05DAC52}" dt="2026-09-19T07:43:24.080" v="148" actId="1076"/>
          <ac:grpSpMkLst>
            <pc:docMk/>
            <pc:sldMk cId="3221489252" sldId="296"/>
            <ac:grpSpMk id="2" creationId="{444C8BDC-1408-2F08-ECFE-24342F99259F}"/>
          </ac:grpSpMkLst>
        </pc:grpChg>
        <pc:picChg chg="add mod modCrop">
          <ac:chgData name="J Sahithi" userId="28be606b5a3c1747" providerId="LiveId" clId="{C1E507D0-7643-4241-80D5-6B22B05DAC52}" dt="2026-09-19T07:42:45.243" v="147" actId="1076"/>
          <ac:picMkLst>
            <pc:docMk/>
            <pc:sldMk cId="3221489252" sldId="296"/>
            <ac:picMk id="10" creationId="{08590D76-AACF-9CC4-8797-13A147CE26FC}"/>
          </ac:picMkLst>
        </pc:picChg>
      </pc:sldChg>
      <pc:sldChg chg="addSp delSp modSp add del mod">
        <pc:chgData name="J Sahithi" userId="28be606b5a3c1747" providerId="LiveId" clId="{C1E507D0-7643-4241-80D5-6B22B05DAC52}" dt="2026-09-19T16:38:19.537" v="234" actId="255"/>
        <pc:sldMkLst>
          <pc:docMk/>
          <pc:sldMk cId="993339596" sldId="299"/>
        </pc:sldMkLst>
        <pc:spChg chg="mod">
          <ac:chgData name="J Sahithi" userId="28be606b5a3c1747" providerId="LiveId" clId="{C1E507D0-7643-4241-80D5-6B22B05DAC52}" dt="2026-09-19T16:38:19.537" v="234" actId="255"/>
          <ac:spMkLst>
            <pc:docMk/>
            <pc:sldMk cId="993339596" sldId="299"/>
            <ac:spMk id="7" creationId="{0A3D4540-9EF3-DE22-0F98-4B4BAC3FACC2}"/>
          </ac:spMkLst>
        </pc:spChg>
        <pc:spChg chg="del mod">
          <ac:chgData name="J Sahithi" userId="28be606b5a3c1747" providerId="LiveId" clId="{C1E507D0-7643-4241-80D5-6B22B05DAC52}" dt="2026-09-19T16:31:47.954" v="182"/>
          <ac:spMkLst>
            <pc:docMk/>
            <pc:sldMk cId="993339596" sldId="299"/>
            <ac:spMk id="9" creationId="{7A800D15-2389-5516-DA9E-AC441973A9C8}"/>
          </ac:spMkLst>
        </pc:spChg>
        <pc:picChg chg="add mod modCrop">
          <ac:chgData name="J Sahithi" userId="28be606b5a3c1747" providerId="LiveId" clId="{C1E507D0-7643-4241-80D5-6B22B05DAC52}" dt="2026-09-19T16:31:48.114" v="183" actId="27614"/>
          <ac:picMkLst>
            <pc:docMk/>
            <pc:sldMk cId="993339596" sldId="299"/>
            <ac:picMk id="10" creationId="{C10E471B-4638-9047-6EDC-84A4720B77AF}"/>
          </ac:picMkLst>
        </pc:picChg>
        <pc:picChg chg="add del mod modCrop">
          <ac:chgData name="J Sahithi" userId="28be606b5a3c1747" providerId="LiveId" clId="{C1E507D0-7643-4241-80D5-6B22B05DAC52}" dt="2026-09-19T16:32:43.035" v="193" actId="478"/>
          <ac:picMkLst>
            <pc:docMk/>
            <pc:sldMk cId="993339596" sldId="299"/>
            <ac:picMk id="12" creationId="{78FBC4DC-7F6C-E405-86B9-966C5C992479}"/>
          </ac:picMkLst>
        </pc:picChg>
      </pc:sldChg>
      <pc:sldChg chg="modSp mod">
        <pc:chgData name="J Sahithi" userId="28be606b5a3c1747" providerId="LiveId" clId="{C1E507D0-7643-4241-80D5-6B22B05DAC52}" dt="2026-09-19T16:33:59.259" v="200" actId="1076"/>
        <pc:sldMkLst>
          <pc:docMk/>
          <pc:sldMk cId="3056443832" sldId="303"/>
        </pc:sldMkLst>
        <pc:spChg chg="mod">
          <ac:chgData name="J Sahithi" userId="28be606b5a3c1747" providerId="LiveId" clId="{C1E507D0-7643-4241-80D5-6B22B05DAC52}" dt="2026-09-19T16:33:59.259" v="200" actId="1076"/>
          <ac:spMkLst>
            <pc:docMk/>
            <pc:sldMk cId="3056443832" sldId="303"/>
            <ac:spMk id="8" creationId="{7B4C5FDD-11B8-D4B1-EFD8-D9E46E0C0599}"/>
          </ac:spMkLst>
        </pc:spChg>
      </pc:sldChg>
      <pc:sldChg chg="modSp mod">
        <pc:chgData name="J Sahithi" userId="28be606b5a3c1747" providerId="LiveId" clId="{C1E507D0-7643-4241-80D5-6B22B05DAC52}" dt="2026-09-19T16:34:51.214" v="207" actId="1076"/>
        <pc:sldMkLst>
          <pc:docMk/>
          <pc:sldMk cId="2620546127" sldId="309"/>
        </pc:sldMkLst>
        <pc:spChg chg="mod">
          <ac:chgData name="J Sahithi" userId="28be606b5a3c1747" providerId="LiveId" clId="{C1E507D0-7643-4241-80D5-6B22B05DAC52}" dt="2026-09-19T16:34:51.214" v="207" actId="1076"/>
          <ac:spMkLst>
            <pc:docMk/>
            <pc:sldMk cId="2620546127" sldId="309"/>
            <ac:spMk id="15" creationId="{99EBA8FA-A2E9-1387-C46E-52C52B0048B3}"/>
          </ac:spMkLst>
        </pc:spChg>
        <pc:grpChg chg="mod">
          <ac:chgData name="J Sahithi" userId="28be606b5a3c1747" providerId="LiveId" clId="{C1E507D0-7643-4241-80D5-6B22B05DAC52}" dt="2026-09-19T16:34:42.415" v="206" actId="1076"/>
          <ac:grpSpMkLst>
            <pc:docMk/>
            <pc:sldMk cId="2620546127" sldId="309"/>
            <ac:grpSpMk id="4" creationId="{689CE5C9-2B2D-BBFF-A87D-7E2D89E8AE53}"/>
          </ac:grpSpMkLst>
        </pc:grpChg>
      </pc:sldChg>
      <pc:sldChg chg="modSp mod">
        <pc:chgData name="J Sahithi" userId="28be606b5a3c1747" providerId="LiveId" clId="{C1E507D0-7643-4241-80D5-6B22B05DAC52}" dt="2026-09-19T16:35:03.639" v="208" actId="113"/>
        <pc:sldMkLst>
          <pc:docMk/>
          <pc:sldMk cId="2473724640" sldId="310"/>
        </pc:sldMkLst>
        <pc:spChg chg="mod">
          <ac:chgData name="J Sahithi" userId="28be606b5a3c1747" providerId="LiveId" clId="{C1E507D0-7643-4241-80D5-6B22B05DAC52}" dt="2026-09-19T16:35:03.639" v="208" actId="113"/>
          <ac:spMkLst>
            <pc:docMk/>
            <pc:sldMk cId="2473724640" sldId="310"/>
            <ac:spMk id="10" creationId="{D5B7A9C6-2919-7132-5433-E0B85D383192}"/>
          </ac:spMkLst>
        </pc:spChg>
      </pc:sldChg>
      <pc:sldChg chg="modSp mod">
        <pc:chgData name="J Sahithi" userId="28be606b5a3c1747" providerId="LiveId" clId="{C1E507D0-7643-4241-80D5-6B22B05DAC52}" dt="2026-09-19T16:35:20.529" v="210" actId="1076"/>
        <pc:sldMkLst>
          <pc:docMk/>
          <pc:sldMk cId="713154225" sldId="311"/>
        </pc:sldMkLst>
        <pc:spChg chg="mod">
          <ac:chgData name="J Sahithi" userId="28be606b5a3c1747" providerId="LiveId" clId="{C1E507D0-7643-4241-80D5-6B22B05DAC52}" dt="2026-09-18T17:24:47.512" v="11" actId="20577"/>
          <ac:spMkLst>
            <pc:docMk/>
            <pc:sldMk cId="713154225" sldId="311"/>
            <ac:spMk id="2" creationId="{4962AB50-2AB9-E205-9783-01723ACD516F}"/>
          </ac:spMkLst>
        </pc:spChg>
        <pc:spChg chg="mod">
          <ac:chgData name="J Sahithi" userId="28be606b5a3c1747" providerId="LiveId" clId="{C1E507D0-7643-4241-80D5-6B22B05DAC52}" dt="2026-09-19T16:35:20.529" v="210" actId="1076"/>
          <ac:spMkLst>
            <pc:docMk/>
            <pc:sldMk cId="713154225" sldId="311"/>
            <ac:spMk id="9" creationId="{A29B486D-3DF8-2CFC-7D03-3090089B5A39}"/>
          </ac:spMkLst>
        </pc:spChg>
      </pc:sldChg>
      <pc:sldChg chg="modSp mod">
        <pc:chgData name="J Sahithi" userId="28be606b5a3c1747" providerId="LiveId" clId="{C1E507D0-7643-4241-80D5-6B22B05DAC52}" dt="2026-09-19T16:38:37.823" v="237" actId="113"/>
        <pc:sldMkLst>
          <pc:docMk/>
          <pc:sldMk cId="492328567" sldId="312"/>
        </pc:sldMkLst>
        <pc:spChg chg="mod">
          <ac:chgData name="J Sahithi" userId="28be606b5a3c1747" providerId="LiveId" clId="{C1E507D0-7643-4241-80D5-6B22B05DAC52}" dt="2026-09-19T16:38:37.823" v="237" actId="113"/>
          <ac:spMkLst>
            <pc:docMk/>
            <pc:sldMk cId="492328567" sldId="312"/>
            <ac:spMk id="3" creationId="{76B8AB96-0142-4A90-5FEA-52248BE2D27D}"/>
          </ac:spMkLst>
        </pc:spChg>
      </pc:sldChg>
      <pc:sldChg chg="modSp mod ord">
        <pc:chgData name="J Sahithi" userId="28be606b5a3c1747" providerId="LiveId" clId="{C1E507D0-7643-4241-80D5-6B22B05DAC52}" dt="2026-09-19T16:35:58.981" v="218" actId="1076"/>
        <pc:sldMkLst>
          <pc:docMk/>
          <pc:sldMk cId="2800603826" sldId="313"/>
        </pc:sldMkLst>
        <pc:spChg chg="mod">
          <ac:chgData name="J Sahithi" userId="28be606b5a3c1747" providerId="LiveId" clId="{C1E507D0-7643-4241-80D5-6B22B05DAC52}" dt="2026-09-19T16:35:58.981" v="218" actId="1076"/>
          <ac:spMkLst>
            <pc:docMk/>
            <pc:sldMk cId="2800603826" sldId="313"/>
            <ac:spMk id="3" creationId="{B8C2D382-75EA-8717-C459-5B6F77F9CED6}"/>
          </ac:spMkLst>
        </pc:spChg>
      </pc:sldChg>
      <pc:sldChg chg="modSp">
        <pc:chgData name="J Sahithi" userId="28be606b5a3c1747" providerId="LiveId" clId="{C1E507D0-7643-4241-80D5-6B22B05DAC52}" dt="2026-09-19T16:34:27.560" v="203"/>
        <pc:sldMkLst>
          <pc:docMk/>
          <pc:sldMk cId="2251623926" sldId="315"/>
        </pc:sldMkLst>
        <pc:spChg chg="mod">
          <ac:chgData name="J Sahithi" userId="28be606b5a3c1747" providerId="LiveId" clId="{C1E507D0-7643-4241-80D5-6B22B05DAC52}" dt="2026-09-19T16:34:27.560" v="203"/>
          <ac:spMkLst>
            <pc:docMk/>
            <pc:sldMk cId="2251623926" sldId="315"/>
            <ac:spMk id="15" creationId="{A0A28B94-50CF-56EC-91AE-66EEE2ECCC2D}"/>
          </ac:spMkLst>
        </pc:spChg>
      </pc:sldChg>
      <pc:sldChg chg="modSp mod">
        <pc:chgData name="J Sahithi" userId="28be606b5a3c1747" providerId="LiveId" clId="{C1E507D0-7643-4241-80D5-6B22B05DAC52}" dt="2026-09-19T16:34:14.761" v="202" actId="1076"/>
        <pc:sldMkLst>
          <pc:docMk/>
          <pc:sldMk cId="1014961555" sldId="317"/>
        </pc:sldMkLst>
        <pc:spChg chg="mod">
          <ac:chgData name="J Sahithi" userId="28be606b5a3c1747" providerId="LiveId" clId="{C1E507D0-7643-4241-80D5-6B22B05DAC52}" dt="2026-09-19T16:34:14.761" v="202" actId="1076"/>
          <ac:spMkLst>
            <pc:docMk/>
            <pc:sldMk cId="1014961555" sldId="317"/>
            <ac:spMk id="24" creationId="{0BDAD717-A9C4-ABF3-1D9D-ACA36C012821}"/>
          </ac:spMkLst>
        </pc:spChg>
      </pc:sldChg>
      <pc:sldChg chg="add ord">
        <pc:chgData name="J Sahithi" userId="28be606b5a3c1747" providerId="LiveId" clId="{C1E507D0-7643-4241-80D5-6B22B05DAC52}" dt="2026-09-18T17:42:31.178" v="19"/>
        <pc:sldMkLst>
          <pc:docMk/>
          <pc:sldMk cId="0" sldId="318"/>
        </pc:sldMkLst>
      </pc:sldChg>
      <pc:sldChg chg="add del">
        <pc:chgData name="J Sahithi" userId="28be606b5a3c1747" providerId="LiveId" clId="{C1E507D0-7643-4241-80D5-6B22B05DAC52}" dt="2026-09-19T16:31:15.739" v="174"/>
        <pc:sldMkLst>
          <pc:docMk/>
          <pc:sldMk cId="3223997727" sldId="31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19-09-2026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921254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305765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r>
              <a:rPr lang="en-US"/>
              <a:t>Click to edit Master title style</a:t>
            </a:r>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r>
              <a:rPr lang="en-US"/>
              <a:t>Click to edit Master subtitle style</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r>
              <a:rPr lang="en-US"/>
              <a:t>Click to edit Master title style</a:t>
            </a:r>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pPr lvl="0"/>
            <a:r>
              <a:rPr lang="en-US"/>
              <a:t>Click to edit Master text styles</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r>
              <a:rPr lang="en-US"/>
              <a:t>Click to edit Master title style</a:t>
            </a:r>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pPr lvl="0"/>
            <a:r>
              <a:rPr lang="en-US"/>
              <a:t>Click to edit Master text styles</a:t>
            </a: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pPr lvl="0"/>
            <a:r>
              <a:rPr lang="en-US"/>
              <a:t>Click to 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r>
              <a:rPr lang="en-US"/>
              <a:t>Click to edit Master title style</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g"/><Relationship Id="rId1" Type="http://schemas.openxmlformats.org/officeDocument/2006/relationships/slideLayout" Target="../slideLayouts/slideLayout3.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0.jpg"/><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6.jp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219004" y="968829"/>
            <a:ext cx="7560839" cy="2074414"/>
          </a:xfrm>
          <a:prstGeom prst="rect">
            <a:avLst/>
          </a:prstGeom>
          <a:ln>
            <a:solidFill>
              <a:schemeClr val="accent1"/>
            </a:solidFill>
          </a:ln>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DATABASE MANEGEMENT SYSTEM</a:t>
            </a:r>
            <a:br>
              <a:rPr lang="en-IN" sz="2400" spc="-10" dirty="0">
                <a:latin typeface="Times New Roman" panose="02020603050405020304" pitchFamily="18" charset="0"/>
                <a:cs typeface="Times New Roman" panose="02020603050405020304" pitchFamily="18" charset="0"/>
              </a:rPr>
            </a:br>
            <a:r>
              <a:rPr lang="en-IN" sz="2400" spc="-10" dirty="0">
                <a:latin typeface="Times New Roman" panose="02020603050405020304" pitchFamily="18" charset="0"/>
                <a:cs typeface="Times New Roman" panose="02020603050405020304" pitchFamily="18" charset="0"/>
              </a:rPr>
              <a:t>Cornerstone Project</a:t>
            </a:r>
            <a:br>
              <a:rPr lang="en-IN" sz="2200" spc="-10" dirty="0">
                <a:latin typeface="Times New Roman" panose="02020603050405020304" pitchFamily="18" charset="0"/>
                <a:cs typeface="Times New Roman" panose="02020603050405020304" pitchFamily="18" charset="0"/>
              </a:rPr>
            </a:br>
            <a:br>
              <a:rPr lang="en-IN" sz="2200" spc="-10" dirty="0">
                <a:latin typeface="Times New Roman" panose="02020603050405020304" pitchFamily="18" charset="0"/>
                <a:cs typeface="Times New Roman" panose="02020603050405020304" pitchFamily="18" charset="0"/>
              </a:rPr>
            </a:b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1219005" y="2230016"/>
            <a:ext cx="7811750" cy="5215530"/>
          </a:xfrm>
          <a:prstGeom prst="rect">
            <a:avLst/>
          </a:prstGeom>
        </p:spPr>
        <p:txBody>
          <a:bodyPr vert="horz" wrap="square" lIns="0" tIns="16510" rIns="0" bIns="0" rtlCol="0">
            <a:spAutoFit/>
          </a:bodyPr>
          <a:lstStyle/>
          <a:p>
            <a:pPr algn="ctr">
              <a:lnSpc>
                <a:spcPct val="100000"/>
              </a:lnSpc>
              <a:spcBef>
                <a:spcPts val="130"/>
              </a:spcBef>
            </a:pPr>
            <a:endParaRPr lang="en-IN" sz="2400" dirty="0"/>
          </a:p>
          <a:p>
            <a:pPr algn="ctr">
              <a:lnSpc>
                <a:spcPct val="100000"/>
              </a:lnSpc>
              <a:spcBef>
                <a:spcPts val="130"/>
              </a:spcBef>
            </a:pPr>
            <a:r>
              <a:rPr lang="en-US" sz="2200" dirty="0">
                <a:latin typeface="Times New Roman" panose="02020603050405020304" pitchFamily="18" charset="0"/>
                <a:cs typeface="Times New Roman" panose="02020603050405020304" pitchFamily="18" charset="0"/>
              </a:rPr>
              <a:t>SOFTWARE MANAGEMENT SYSTEM</a:t>
            </a:r>
          </a:p>
          <a:p>
            <a:pPr algn="ctr">
              <a:lnSpc>
                <a:spcPct val="100000"/>
              </a:lnSpc>
              <a:spcBef>
                <a:spcPts val="130"/>
              </a:spcBef>
            </a:pPr>
            <a:endParaRPr lang="en-IN" sz="2200"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200" spc="-25" dirty="0">
                <a:solidFill>
                  <a:schemeClr val="tx2"/>
                </a:solidFill>
                <a:latin typeface="Times New Roman" panose="02020603050405020304" pitchFamily="18" charset="0"/>
                <a:cs typeface="Times New Roman" panose="02020603050405020304" pitchFamily="18" charset="0"/>
              </a:rPr>
              <a:t>G.ROHITH REDDY(25B11AI388)</a:t>
            </a:r>
          </a:p>
          <a:p>
            <a:pPr algn="ctr">
              <a:lnSpc>
                <a:spcPct val="100000"/>
              </a:lnSpc>
              <a:spcBef>
                <a:spcPts val="130"/>
              </a:spcBef>
            </a:pPr>
            <a:r>
              <a:rPr lang="en-IN" sz="2200" spc="-25" dirty="0">
                <a:solidFill>
                  <a:schemeClr val="tx2"/>
                </a:solidFill>
                <a:latin typeface="Times New Roman" panose="02020603050405020304" pitchFamily="18" charset="0"/>
                <a:cs typeface="Times New Roman" panose="02020603050405020304" pitchFamily="18" charset="0"/>
              </a:rPr>
              <a:t>J.SAHITHI(25B11AI417)</a:t>
            </a:r>
          </a:p>
          <a:p>
            <a:pPr algn="ctr">
              <a:lnSpc>
                <a:spcPct val="100000"/>
              </a:lnSpc>
              <a:spcBef>
                <a:spcPts val="130"/>
              </a:spcBef>
            </a:pPr>
            <a:r>
              <a:rPr lang="en-IN" sz="2200" spc="-25" dirty="0">
                <a:solidFill>
                  <a:schemeClr val="tx2"/>
                </a:solidFill>
                <a:latin typeface="Times New Roman" panose="02020603050405020304" pitchFamily="18" charset="0"/>
                <a:cs typeface="Times New Roman" panose="02020603050405020304" pitchFamily="18" charset="0"/>
              </a:rPr>
              <a:t>J.DEVI(25B11AI422)</a:t>
            </a:r>
          </a:p>
          <a:p>
            <a:pPr algn="ctr">
              <a:lnSpc>
                <a:spcPct val="100000"/>
              </a:lnSpc>
              <a:spcBef>
                <a:spcPts val="130"/>
              </a:spcBef>
            </a:pPr>
            <a:r>
              <a:rPr lang="en-IN" sz="2200" spc="-25" dirty="0">
                <a:solidFill>
                  <a:schemeClr val="tx2"/>
                </a:solidFill>
                <a:latin typeface="Times New Roman" panose="02020603050405020304" pitchFamily="18" charset="0"/>
                <a:cs typeface="Times New Roman" panose="02020603050405020304" pitchFamily="18" charset="0"/>
              </a:rPr>
              <a:t>J.MOMITHA(25B11AI441)</a:t>
            </a:r>
            <a:endParaRPr lang="en-US" sz="2200" spc="-25" dirty="0">
              <a:solidFill>
                <a:schemeClr val="tx2"/>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200" spc="-25" dirty="0">
                <a:solidFill>
                  <a:srgbClr val="7030A0"/>
                </a:solidFill>
                <a:latin typeface="Times New Roman" panose="02020603050405020304" pitchFamily="18" charset="0"/>
                <a:cs typeface="Times New Roman" panose="02020603050405020304" pitchFamily="18" charset="0"/>
              </a:rPr>
              <a:t>Guided by</a:t>
            </a:r>
          </a:p>
          <a:p>
            <a:pPr algn="ctr">
              <a:lnSpc>
                <a:spcPct val="100000"/>
              </a:lnSpc>
              <a:spcBef>
                <a:spcPts val="130"/>
              </a:spcBef>
            </a:pPr>
            <a:r>
              <a:rPr lang="en-IN" sz="2200" spc="-25" dirty="0">
                <a:solidFill>
                  <a:srgbClr val="7030A0"/>
                </a:solidFill>
                <a:latin typeface="Times New Roman" panose="02020603050405020304" pitchFamily="18" charset="0"/>
                <a:cs typeface="Times New Roman" panose="02020603050405020304" pitchFamily="18" charset="0"/>
              </a:rPr>
              <a:t>Mrs G. L. NARASAMBA VANGURI MADAM</a:t>
            </a:r>
          </a:p>
          <a:p>
            <a:pPr algn="ctr">
              <a:lnSpc>
                <a:spcPct val="100000"/>
              </a:lnSpc>
              <a:spcBef>
                <a:spcPts val="130"/>
              </a:spcBef>
            </a:pPr>
            <a:r>
              <a:rPr lang="en-IN" sz="2200" spc="-25" dirty="0">
                <a:solidFill>
                  <a:srgbClr val="7030A0"/>
                </a:solidFill>
                <a:latin typeface="Times New Roman" panose="02020603050405020304" pitchFamily="18" charset="0"/>
                <a:cs typeface="Times New Roman" panose="02020603050405020304" pitchFamily="18" charset="0"/>
              </a:rPr>
              <a:t>Assistant professor</a:t>
            </a: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lang="en-US" sz="2200" dirty="0">
                <a:solidFill>
                  <a:srgbClr val="943735"/>
                </a:solidFill>
                <a:latin typeface="Times New Roman" panose="02020603050405020304" pitchFamily="18" charset="0"/>
                <a:cs typeface="Times New Roman" panose="02020603050405020304" pitchFamily="18" charset="0"/>
              </a:rPr>
              <a:t> of </a:t>
            </a:r>
          </a:p>
          <a:p>
            <a:pPr marL="1270" algn="ctr">
              <a:lnSpc>
                <a:spcPct val="100000"/>
              </a:lnSpc>
              <a:spcBef>
                <a:spcPts val="994"/>
              </a:spcBef>
            </a:pPr>
            <a:r>
              <a:rPr lang="en-IN" sz="2200" dirty="0">
                <a:solidFill>
                  <a:srgbClr val="943735"/>
                </a:solidFill>
                <a:latin typeface="Times New Roman" panose="02020603050405020304" pitchFamily="18" charset="0"/>
                <a:cs typeface="Times New Roman" panose="02020603050405020304" pitchFamily="18" charset="0"/>
              </a:rPr>
              <a:t>Artificial Intelligence and Machine Learning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700000" y="1497893"/>
            <a:ext cx="4100000" cy="4587153"/>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000" dirty="0">
                <a:latin typeface="Times New Roman" panose="02020603050405020304" pitchFamily="18" charset="0"/>
                <a:cs typeface="Times New Roman" panose="02020603050405020304" pitchFamily="18" charset="0"/>
              </a:rPr>
              <a:t>Abstract</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Finalize title, objectives &amp; problem statement</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Identify entities &amp; attributes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Design ER diagram &amp; relationships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Prepare relational database schema</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Define Primary &amp; Foreign Keys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Create GitHub repo &amp; responsibilities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Database creation &amp; constraints</a:t>
            </a:r>
          </a:p>
        </p:txBody>
      </p:sp>
      <p:sp>
        <p:nvSpPr>
          <p:cNvPr id="20" name="object 20"/>
          <p:cNvSpPr txBox="1"/>
          <p:nvPr/>
        </p:nvSpPr>
        <p:spPr>
          <a:xfrm>
            <a:off x="5100000" y="1497893"/>
            <a:ext cx="4100000" cy="4587153"/>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startAt="9"/>
              <a:tabLst>
                <a:tab pos="389890" algn="l"/>
              </a:tabLst>
            </a:pPr>
            <a:r>
              <a:rPr lang="en-IN" sz="2000" dirty="0">
                <a:latin typeface="Times New Roman" panose="02020603050405020304" pitchFamily="18" charset="0"/>
                <a:cs typeface="Times New Roman" panose="02020603050405020304" pitchFamily="18" charset="0"/>
              </a:rPr>
              <a:t>Insert sample data</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DDL, DML &amp; DQL operations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CRUD operations &amp; SQL queries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Data integrity &amp; validation</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Project documentation</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Demonstrate &amp; present database</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493425" y="299669"/>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8" name="TextBox 7">
            <a:extLst>
              <a:ext uri="{FF2B5EF4-FFF2-40B4-BE49-F238E27FC236}">
                <a16:creationId xmlns:a16="http://schemas.microsoft.com/office/drawing/2014/main" id="{7D6AD129-EA46-1094-EF66-5BDCDAD76ED1}"/>
              </a:ext>
            </a:extLst>
          </p:cNvPr>
          <p:cNvSpPr txBox="1"/>
          <p:nvPr/>
        </p:nvSpPr>
        <p:spPr>
          <a:xfrm>
            <a:off x="1035915" y="627329"/>
            <a:ext cx="8208912" cy="7802136"/>
          </a:xfrm>
          <a:prstGeom prst="rect">
            <a:avLst/>
          </a:prstGeom>
          <a:noFill/>
        </p:spPr>
        <p:txBody>
          <a:bodyPr wrap="square" rtlCol="0">
            <a:spAutoFit/>
          </a:bodyPr>
          <a:lstStyle/>
          <a:p>
            <a:pPr>
              <a:lnSpc>
                <a:spcPct val="150000"/>
              </a:lnSpc>
            </a:pPr>
            <a:r>
              <a:rPr lang="en-IN" sz="40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Our project is a Software Management System developed using DBMS.</a:t>
            </a:r>
          </a:p>
          <a:p>
            <a:pPr>
              <a:lnSpc>
                <a:spcPct val="150000"/>
              </a:lnSpc>
            </a:pPr>
            <a:r>
              <a:rPr lang="en-IN" sz="40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It is used to store and manage software information such as software name, version, category, developer, license, and installation details.  </a:t>
            </a:r>
            <a:r>
              <a:rPr lang="en-IN" sz="4000" dirty="0">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The system reduces manual work, avoids data duplication and errors, and makes it easy to add, update, delete, and retrieve software records. </a:t>
            </a:r>
            <a:r>
              <a:rPr lang="en-IN" sz="40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This project demonstrates DBMS concepts such as ER diagrams, relational schemas, primary keys, foreign keys, and SQL operations. </a:t>
            </a:r>
            <a:r>
              <a:rPr lang="en-IN" sz="4000" dirty="0">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Overall, it provides a simple and organized way to manage software data efficiently.</a:t>
            </a:r>
          </a:p>
          <a:p>
            <a:endParaRPr lang="en-IN" sz="18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a:extLst>
              <a:ext uri="{FF2B5EF4-FFF2-40B4-BE49-F238E27FC236}">
                <a16:creationId xmlns:a16="http://schemas.microsoft.com/office/drawing/2014/main" id="{A932079A-B15B-178D-8EB6-4E812EB4BA60}"/>
              </a:ext>
            </a:extLst>
          </p:cNvPr>
          <p:cNvGrpSpPr/>
          <p:nvPr/>
        </p:nvGrpSpPr>
        <p:grpSpPr>
          <a:xfrm>
            <a:off x="2652936" y="69776"/>
            <a:ext cx="5103904" cy="1401303"/>
            <a:chOff x="2648188" y="47148"/>
            <a:chExt cx="5103904" cy="1198311"/>
          </a:xfrm>
        </p:grpSpPr>
        <p:pic>
          <p:nvPicPr>
            <p:cNvPr id="4" name="object 4">
              <a:extLst>
                <a:ext uri="{FF2B5EF4-FFF2-40B4-BE49-F238E27FC236}">
                  <a16:creationId xmlns:a16="http://schemas.microsoft.com/office/drawing/2014/main" id="{51D8161E-58CC-E911-5B60-4A9405E19373}"/>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B0BAB2C5-935C-CCE7-E0E8-0C278E23E3CB}"/>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D8B224A4-0D08-BB89-99AB-E6B334BB27B6}"/>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6BF75883-D7E9-5918-034A-B33CA583C31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8" name="TextBox 7">
            <a:extLst>
              <a:ext uri="{FF2B5EF4-FFF2-40B4-BE49-F238E27FC236}">
                <a16:creationId xmlns:a16="http://schemas.microsoft.com/office/drawing/2014/main" id="{7B4C5FDD-11B8-D4B1-EFD8-D9E46E0C0599}"/>
              </a:ext>
            </a:extLst>
          </p:cNvPr>
          <p:cNvSpPr txBox="1"/>
          <p:nvPr/>
        </p:nvSpPr>
        <p:spPr>
          <a:xfrm>
            <a:off x="4021088" y="324608"/>
            <a:ext cx="2701008" cy="46166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INTRODUCTION</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556BAC1-9042-3A7A-B2E4-25482DD666B5}"/>
              </a:ext>
            </a:extLst>
          </p:cNvPr>
          <p:cNvSpPr txBox="1"/>
          <p:nvPr/>
        </p:nvSpPr>
        <p:spPr>
          <a:xfrm>
            <a:off x="492696" y="1581944"/>
            <a:ext cx="9073008" cy="4519186"/>
          </a:xfrm>
          <a:prstGeom prst="rect">
            <a:avLst/>
          </a:prstGeom>
          <a:noFill/>
        </p:spPr>
        <p:txBody>
          <a:bodyPr wrap="square" rtlCol="0">
            <a:spAutoFit/>
          </a:bodyPr>
          <a:lstStyle/>
          <a:p>
            <a:pPr algn="just">
              <a:lnSpc>
                <a:spcPct val="150000"/>
              </a:lnSpc>
            </a:pPr>
            <a:r>
              <a:rPr lang="en-IN" sz="2200" dirty="0">
                <a:latin typeface="Times New Roman" panose="02020603050405020304" pitchFamily="18" charset="0"/>
                <a:cs typeface="Times New Roman" panose="02020603050405020304" pitchFamily="18" charset="0"/>
              </a:rPr>
              <a:t>Managing software information manually can be difficult when the number of software records increases. It becomes challenging to keep track of different software versions, developers, categories, licenses, users, and installations. The Software Management System is designed to provide a systematic way to store and manage these details using a relational database. The system connects related information through database relationships and makes records easier to maintain and access. This project focuses on applying DBMS concepts to develop a structured and reliable system for software management.</a:t>
            </a:r>
          </a:p>
          <a:p>
            <a:pPr marL="285750" indent="-285750" algn="just">
              <a:lnSpc>
                <a:spcPct val="150000"/>
              </a:lnSpc>
              <a:buFont typeface="Arial" panose="020B0604020202020204" pitchFamily="34" charset="0"/>
              <a:buChar char="•"/>
            </a:pPr>
            <a:endParaRPr lang="en-IN" dirty="0"/>
          </a:p>
        </p:txBody>
      </p:sp>
      <p:pic>
        <p:nvPicPr>
          <p:cNvPr id="10" name="object 3">
            <a:extLst>
              <a:ext uri="{FF2B5EF4-FFF2-40B4-BE49-F238E27FC236}">
                <a16:creationId xmlns:a16="http://schemas.microsoft.com/office/drawing/2014/main" id="{AF162BF5-7CC4-2E54-3C2A-991400B9D655}"/>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0564438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F9BFD9-1405-3838-8CD8-00DF0BFCF0C5}"/>
              </a:ext>
            </a:extLst>
          </p:cNvPr>
          <p:cNvSpPr>
            <a:spLocks noGrp="1"/>
          </p:cNvSpPr>
          <p:nvPr>
            <p:ph sz="half" idx="2"/>
          </p:nvPr>
        </p:nvSpPr>
        <p:spPr>
          <a:xfrm>
            <a:off x="502920" y="1787652"/>
            <a:ext cx="4375404" cy="5039841"/>
          </a:xfrm>
        </p:spPr>
        <p:txBody>
          <a:bodyPr/>
          <a:lstStyle/>
          <a:p>
            <a:pPr algn="just"/>
            <a:r>
              <a:rPr lang="en-IN" sz="2200" b="0" dirty="0">
                <a:latin typeface="Times New Roman" panose="02020603050405020304" pitchFamily="18" charset="0"/>
                <a:cs typeface="Times New Roman" panose="02020603050405020304" pitchFamily="18" charset="0"/>
              </a:rPr>
              <a:t>Managing software information manually is time-consuming and can lead to data duplication, incorrect records, and difficulty in tracking software details. It is also difficult to maintain information about software versions, categories, developers, licenses, installations, and users in an organized manner. Therefore, a centralized Software Management System is required to store and manage all software-related data efficiently and provide quick access to accurate information.</a:t>
            </a:r>
          </a:p>
          <a:p>
            <a:endParaRPr lang="en-IN" dirty="0"/>
          </a:p>
        </p:txBody>
      </p:sp>
      <p:pic>
        <p:nvPicPr>
          <p:cNvPr id="6" name="Content Placeholder 5" descr="The image depicts a software inventory dashboard, listing various software versions and their statuses, indicating which are up-to-date and which have expired.&#10;&#10;AI-generated content may be incorrect.">
            <a:extLst>
              <a:ext uri="{FF2B5EF4-FFF2-40B4-BE49-F238E27FC236}">
                <a16:creationId xmlns:a16="http://schemas.microsoft.com/office/drawing/2014/main" id="{DABF3242-DC05-F91B-77EB-00822879D1B7}"/>
              </a:ext>
            </a:extLst>
          </p:cNvPr>
          <p:cNvPicPr>
            <a:picLocks noGrp="1" noChangeAspect="1"/>
          </p:cNvPicPr>
          <p:nvPr>
            <p:ph sz="half" idx="3"/>
          </p:nvPr>
        </p:nvPicPr>
        <p:blipFill>
          <a:blip r:embed="rId2">
            <a:extLst>
              <a:ext uri="{28A0092B-C50C-407E-A947-70E740481C1C}">
                <a14:useLocalDpi xmlns:a14="http://schemas.microsoft.com/office/drawing/2010/main" val="0"/>
              </a:ext>
            </a:extLst>
          </a:blip>
          <a:stretch>
            <a:fillRect/>
          </a:stretch>
        </p:blipFill>
        <p:spPr>
          <a:xfrm>
            <a:off x="5180013" y="1869976"/>
            <a:ext cx="4375150" cy="3940538"/>
          </a:xfrm>
          <a:prstGeom prst="rect">
            <a:avLst/>
          </a:prstGeom>
        </p:spPr>
      </p:pic>
      <p:grpSp>
        <p:nvGrpSpPr>
          <p:cNvPr id="13" name="object 3">
            <a:extLst>
              <a:ext uri="{FF2B5EF4-FFF2-40B4-BE49-F238E27FC236}">
                <a16:creationId xmlns:a16="http://schemas.microsoft.com/office/drawing/2014/main" id="{54239B69-EBE9-B45E-FB4F-A5DD0D7AD962}"/>
              </a:ext>
            </a:extLst>
          </p:cNvPr>
          <p:cNvGrpSpPr/>
          <p:nvPr/>
        </p:nvGrpSpPr>
        <p:grpSpPr>
          <a:xfrm>
            <a:off x="2477248" y="196751"/>
            <a:ext cx="5103904" cy="1198311"/>
            <a:chOff x="2648188" y="47148"/>
            <a:chExt cx="5103904" cy="1198311"/>
          </a:xfrm>
        </p:grpSpPr>
        <p:pic>
          <p:nvPicPr>
            <p:cNvPr id="14" name="object 4">
              <a:extLst>
                <a:ext uri="{FF2B5EF4-FFF2-40B4-BE49-F238E27FC236}">
                  <a16:creationId xmlns:a16="http://schemas.microsoft.com/office/drawing/2014/main" id="{435869CE-B2E2-C1D4-E8AF-FDA51158C5CE}"/>
                </a:ext>
              </a:extLst>
            </p:cNvPr>
            <p:cNvPicPr/>
            <p:nvPr/>
          </p:nvPicPr>
          <p:blipFill>
            <a:blip r:embed="rId3" cstate="print"/>
            <a:stretch>
              <a:fillRect/>
            </a:stretch>
          </p:blipFill>
          <p:spPr>
            <a:xfrm>
              <a:off x="2648188" y="47148"/>
              <a:ext cx="5103904" cy="1198311"/>
            </a:xfrm>
            <a:prstGeom prst="rect">
              <a:avLst/>
            </a:prstGeom>
          </p:spPr>
        </p:pic>
        <p:pic>
          <p:nvPicPr>
            <p:cNvPr id="15" name="object 5">
              <a:extLst>
                <a:ext uri="{FF2B5EF4-FFF2-40B4-BE49-F238E27FC236}">
                  <a16:creationId xmlns:a16="http://schemas.microsoft.com/office/drawing/2014/main" id="{B086B724-2959-8C27-4B17-7DA084C680EE}"/>
                </a:ext>
              </a:extLst>
            </p:cNvPr>
            <p:cNvPicPr/>
            <p:nvPr/>
          </p:nvPicPr>
          <p:blipFill>
            <a:blip r:embed="rId4" cstate="print"/>
            <a:stretch>
              <a:fillRect/>
            </a:stretch>
          </p:blipFill>
          <p:spPr>
            <a:xfrm>
              <a:off x="2703195" y="86439"/>
              <a:ext cx="4997767" cy="1092279"/>
            </a:xfrm>
            <a:prstGeom prst="rect">
              <a:avLst/>
            </a:prstGeom>
          </p:spPr>
        </p:pic>
        <p:pic>
          <p:nvPicPr>
            <p:cNvPr id="16" name="object 6">
              <a:extLst>
                <a:ext uri="{FF2B5EF4-FFF2-40B4-BE49-F238E27FC236}">
                  <a16:creationId xmlns:a16="http://schemas.microsoft.com/office/drawing/2014/main" id="{5CD2922E-0ED7-0F17-1E61-014DC0B05F40}"/>
                </a:ext>
              </a:extLst>
            </p:cNvPr>
            <p:cNvPicPr/>
            <p:nvPr/>
          </p:nvPicPr>
          <p:blipFill>
            <a:blip r:embed="rId5" cstate="print"/>
            <a:stretch>
              <a:fillRect/>
            </a:stretch>
          </p:blipFill>
          <p:spPr>
            <a:xfrm>
              <a:off x="2828925" y="243549"/>
              <a:ext cx="4585268" cy="522565"/>
            </a:xfrm>
            <a:prstGeom prst="rect">
              <a:avLst/>
            </a:prstGeom>
          </p:spPr>
        </p:pic>
        <p:sp>
          <p:nvSpPr>
            <p:cNvPr id="17" name="object 7">
              <a:extLst>
                <a:ext uri="{FF2B5EF4-FFF2-40B4-BE49-F238E27FC236}">
                  <a16:creationId xmlns:a16="http://schemas.microsoft.com/office/drawing/2014/main" id="{4C91A3F3-45DA-0827-3C26-2B8E80A9785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24" name="TextBox 23">
            <a:extLst>
              <a:ext uri="{FF2B5EF4-FFF2-40B4-BE49-F238E27FC236}">
                <a16:creationId xmlns:a16="http://schemas.microsoft.com/office/drawing/2014/main" id="{0BDAD717-A9C4-ABF3-1D9D-ACA36C012821}"/>
              </a:ext>
            </a:extLst>
          </p:cNvPr>
          <p:cNvSpPr txBox="1"/>
          <p:nvPr/>
        </p:nvSpPr>
        <p:spPr>
          <a:xfrm>
            <a:off x="3084984" y="400345"/>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PROBLEM STATEMENT</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26" name="object 3" descr="UNIVERSITY&#10;&#10;AI-generated content may be incorrect.">
            <a:extLst>
              <a:ext uri="{FF2B5EF4-FFF2-40B4-BE49-F238E27FC236}">
                <a16:creationId xmlns:a16="http://schemas.microsoft.com/office/drawing/2014/main" id="{C321E001-3CCC-80C0-6695-61ED1930E78A}"/>
              </a:ext>
            </a:extLst>
          </p:cNvPr>
          <p:cNvPicPr/>
          <p:nvPr/>
        </p:nvPicPr>
        <p:blipFill>
          <a:blip r:embed="rId6"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01496155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A75AF-D5EA-5F08-465F-DCEFC2DC4866}"/>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0E0D0361-009A-9EA1-11DC-F1B198CBED0F}"/>
              </a:ext>
            </a:extLst>
          </p:cNvPr>
          <p:cNvGrpSpPr/>
          <p:nvPr/>
        </p:nvGrpSpPr>
        <p:grpSpPr>
          <a:xfrm>
            <a:off x="2724943" y="0"/>
            <a:ext cx="5103904" cy="1198311"/>
            <a:chOff x="2648188" y="47148"/>
            <a:chExt cx="5103904" cy="1198311"/>
          </a:xfrm>
        </p:grpSpPr>
        <p:pic>
          <p:nvPicPr>
            <p:cNvPr id="5" name="object 4">
              <a:extLst>
                <a:ext uri="{FF2B5EF4-FFF2-40B4-BE49-F238E27FC236}">
                  <a16:creationId xmlns:a16="http://schemas.microsoft.com/office/drawing/2014/main" id="{219624A7-8A18-E23E-D51F-2F516A526CDA}"/>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DC2B17BB-EFEC-63EC-A9A4-3663FE67EE25}"/>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EA972000-11CB-A894-4E32-5A7F2E1A85B2}"/>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7FCBC6C9-6EB0-6146-DE74-484A1802F7D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A0A28B94-50CF-56EC-91AE-66EEE2ECCC2D}"/>
              </a:ext>
            </a:extLst>
          </p:cNvPr>
          <p:cNvSpPr txBox="1"/>
          <p:nvPr/>
        </p:nvSpPr>
        <p:spPr>
          <a:xfrm>
            <a:off x="4165104" y="174386"/>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 OBJECTIVES</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A03D6EA2-CFCE-1482-B2C6-EA1FFA5D4BC1}"/>
              </a:ext>
            </a:extLst>
          </p:cNvPr>
          <p:cNvPicPr/>
          <p:nvPr/>
        </p:nvPicPr>
        <p:blipFill>
          <a:blip r:embed="rId5" cstate="print"/>
          <a:stretch>
            <a:fillRect/>
          </a:stretch>
        </p:blipFill>
        <p:spPr>
          <a:xfrm>
            <a:off x="290750" y="204311"/>
            <a:ext cx="1163002" cy="424338"/>
          </a:xfrm>
          <a:prstGeom prst="rect">
            <a:avLst/>
          </a:prstGeom>
        </p:spPr>
      </p:pic>
      <p:pic>
        <p:nvPicPr>
          <p:cNvPr id="14" name="Content Placeholder 13" descr="The image illustrates a flowchart or diagram that outlines the CRUD (Create, Read, Update, Delete) operations in SQL, with examples of SQL statements for each operation.&#10;&#10;AI-generated content may be incorrect.">
            <a:extLst>
              <a:ext uri="{FF2B5EF4-FFF2-40B4-BE49-F238E27FC236}">
                <a16:creationId xmlns:a16="http://schemas.microsoft.com/office/drawing/2014/main" id="{1E1000E8-A516-474F-B343-564BD2EE45A8}"/>
              </a:ext>
            </a:extLst>
          </p:cNvPr>
          <p:cNvPicPr>
            <a:picLocks noGrp="1" noChangeAspect="1"/>
          </p:cNvPicPr>
          <p:nvPr>
            <p:ph sz="half" idx="3"/>
          </p:nvPr>
        </p:nvPicPr>
        <p:blipFill>
          <a:blip r:embed="rId6">
            <a:extLst>
              <a:ext uri="{28A0092B-C50C-407E-A947-70E740481C1C}">
                <a14:useLocalDpi xmlns:a14="http://schemas.microsoft.com/office/drawing/2010/main" val="0"/>
              </a:ext>
            </a:extLst>
          </a:blip>
          <a:stretch>
            <a:fillRect/>
          </a:stretch>
        </p:blipFill>
        <p:spPr>
          <a:xfrm>
            <a:off x="5303373" y="1941984"/>
            <a:ext cx="4375150" cy="4608512"/>
          </a:xfrm>
          <a:prstGeom prst="rect">
            <a:avLst/>
          </a:prstGeom>
        </p:spPr>
      </p:pic>
      <p:sp>
        <p:nvSpPr>
          <p:cNvPr id="12" name="Content Placeholder 11">
            <a:extLst>
              <a:ext uri="{FF2B5EF4-FFF2-40B4-BE49-F238E27FC236}">
                <a16:creationId xmlns:a16="http://schemas.microsoft.com/office/drawing/2014/main" id="{C63CEB10-FFBB-F20C-DE0B-DFEF234FC751}"/>
              </a:ext>
            </a:extLst>
          </p:cNvPr>
          <p:cNvSpPr txBox="1">
            <a:spLocks noGrp="1"/>
          </p:cNvSpPr>
          <p:nvPr>
            <p:ph sz="half" idx="2"/>
          </p:nvPr>
        </p:nvSpPr>
        <p:spPr>
          <a:xfrm>
            <a:off x="502920" y="1787652"/>
            <a:ext cx="4375404" cy="5378395"/>
          </a:xfrm>
          <a:prstGeom prst="rect">
            <a:avLst/>
          </a:prstGeom>
          <a:noFill/>
        </p:spPr>
        <p:txBody>
          <a:bodyPr wrap="square" rtlCol="0">
            <a:spAutoFit/>
          </a:bodyPr>
          <a:lstStyle/>
          <a:p>
            <a:pPr marL="342900" lvl="0" indent="-342900" algn="just">
              <a:buFont typeface="Arial" panose="020B0604020202020204" pitchFamily="34" charset="0"/>
              <a:buChar char="•"/>
            </a:pPr>
            <a:r>
              <a:rPr lang="en-IN" sz="2200" b="0" dirty="0">
                <a:latin typeface="Times New Roman" panose="02020603050405020304" pitchFamily="18" charset="0"/>
                <a:cs typeface="Times New Roman" panose="02020603050405020304" pitchFamily="18" charset="0"/>
              </a:rPr>
              <a:t>To develop a centralized database for managing software information. </a:t>
            </a:r>
          </a:p>
          <a:p>
            <a:pPr marL="342900" lvl="0" indent="-342900" algn="just">
              <a:buFont typeface="Arial" panose="020B0604020202020204" pitchFamily="34" charset="0"/>
              <a:buChar char="•"/>
            </a:pPr>
            <a:r>
              <a:rPr lang="en-IN" sz="2200" b="0" dirty="0">
                <a:latin typeface="Times New Roman" panose="02020603050405020304" pitchFamily="18" charset="0"/>
                <a:cs typeface="Times New Roman" panose="02020603050405020304" pitchFamily="18" charset="0"/>
              </a:rPr>
              <a:t>To store software details in a structured and organized manner. </a:t>
            </a:r>
          </a:p>
          <a:p>
            <a:pPr marL="342900" lvl="0" indent="-342900" algn="just">
              <a:buFont typeface="Arial" panose="020B0604020202020204" pitchFamily="34" charset="0"/>
              <a:buChar char="•"/>
            </a:pPr>
            <a:r>
              <a:rPr lang="en-IN" sz="2200" b="0" dirty="0">
                <a:latin typeface="Times New Roman" panose="02020603050405020304" pitchFamily="18" charset="0"/>
                <a:cs typeface="Times New Roman" panose="02020603050405020304" pitchFamily="18" charset="0"/>
              </a:rPr>
              <a:t>To reduce manual work and data duplication. </a:t>
            </a:r>
          </a:p>
          <a:p>
            <a:pPr marL="342900" lvl="0" indent="-342900" algn="just">
              <a:buFont typeface="Arial" panose="020B0604020202020204" pitchFamily="34" charset="0"/>
              <a:buChar char="•"/>
            </a:pPr>
            <a:r>
              <a:rPr lang="en-IN" sz="2200" b="0" dirty="0">
                <a:latin typeface="Times New Roman" panose="02020603050405020304" pitchFamily="18" charset="0"/>
                <a:cs typeface="Times New Roman" panose="02020603050405020304" pitchFamily="18" charset="0"/>
              </a:rPr>
              <a:t>To provide easy insert, update, delete, and retrieve operations. </a:t>
            </a:r>
          </a:p>
          <a:p>
            <a:pPr marL="342900" lvl="0" indent="-342900" algn="just">
              <a:buFont typeface="Arial" panose="020B0604020202020204" pitchFamily="34" charset="0"/>
              <a:buChar char="•"/>
            </a:pPr>
            <a:r>
              <a:rPr lang="en-IN" sz="2200" b="0" dirty="0">
                <a:latin typeface="Times New Roman" panose="02020603050405020304" pitchFamily="18" charset="0"/>
                <a:cs typeface="Times New Roman" panose="02020603050405020304" pitchFamily="18" charset="0"/>
              </a:rPr>
              <a:t>To maintain software license and installation details. </a:t>
            </a:r>
          </a:p>
          <a:p>
            <a:pPr marL="342900" lvl="0" indent="-342900" algn="just">
              <a:buFont typeface="Arial" panose="020B0604020202020204" pitchFamily="34" charset="0"/>
              <a:buChar char="•"/>
            </a:pPr>
            <a:r>
              <a:rPr lang="en-IN" sz="2200" b="0" dirty="0">
                <a:latin typeface="Times New Roman" panose="02020603050405020304" pitchFamily="18" charset="0"/>
                <a:cs typeface="Times New Roman" panose="02020603050405020304" pitchFamily="18" charset="0"/>
              </a:rPr>
              <a:t>To establish proper relationships between software, users, developers, and categories. </a:t>
            </a:r>
          </a:p>
          <a:p>
            <a:pPr marL="342900" lvl="0" indent="-342900" algn="just">
              <a:buFont typeface="Arial" panose="020B0604020202020204" pitchFamily="34" charset="0"/>
              <a:buChar char="•"/>
            </a:pPr>
            <a:r>
              <a:rPr lang="en-IN" sz="2200" b="0" dirty="0">
                <a:latin typeface="Times New Roman" panose="02020603050405020304" pitchFamily="18" charset="0"/>
                <a:cs typeface="Times New Roman" panose="02020603050405020304" pitchFamily="18" charset="0"/>
              </a:rPr>
              <a:t>To ensure data accuracy and consistency using DBMS concepts</a:t>
            </a:r>
            <a:r>
              <a:rPr lang="en-IN" b="0" dirty="0">
                <a:latin typeface="Times New Roman" panose="02020603050405020304" pitchFamily="18" charset="0"/>
                <a:cs typeface="Times New Roman" panose="02020603050405020304" pitchFamily="18" charset="0"/>
              </a:rPr>
              <a:t>.</a:t>
            </a:r>
          </a:p>
          <a:p>
            <a:pPr algn="just"/>
            <a:endParaRPr lang="en-IN" dirty="0"/>
          </a:p>
        </p:txBody>
      </p:sp>
    </p:spTree>
    <p:extLst>
      <p:ext uri="{BB962C8B-B14F-4D97-AF65-F5344CB8AC3E}">
        <p14:creationId xmlns:p14="http://schemas.microsoft.com/office/powerpoint/2010/main" val="22516239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87AC7-BDDA-7701-A2D9-B5BD3BB4ABC1}"/>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689CE5C9-2B2D-BBFF-A87D-7E2D89E8AE53}"/>
              </a:ext>
            </a:extLst>
          </p:cNvPr>
          <p:cNvGrpSpPr/>
          <p:nvPr/>
        </p:nvGrpSpPr>
        <p:grpSpPr>
          <a:xfrm>
            <a:off x="2724944" y="89378"/>
            <a:ext cx="5103904" cy="1198311"/>
            <a:chOff x="2648188" y="47148"/>
            <a:chExt cx="5103904" cy="1198311"/>
          </a:xfrm>
        </p:grpSpPr>
        <p:pic>
          <p:nvPicPr>
            <p:cNvPr id="5" name="object 4">
              <a:extLst>
                <a:ext uri="{FF2B5EF4-FFF2-40B4-BE49-F238E27FC236}">
                  <a16:creationId xmlns:a16="http://schemas.microsoft.com/office/drawing/2014/main" id="{31D6BFC4-501D-205D-9565-88217713EF36}"/>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A6389F09-26DE-6372-6A39-DD1A199B5463}"/>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0F4A24A8-DFB8-1229-F874-8EBC1A68CBD2}"/>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6D1C8C56-EE6F-4841-ACC9-4D951020E65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99EBA8FA-A2E9-1387-C46E-52C52B0048B3}"/>
              </a:ext>
            </a:extLst>
          </p:cNvPr>
          <p:cNvSpPr txBox="1"/>
          <p:nvPr/>
        </p:nvSpPr>
        <p:spPr>
          <a:xfrm>
            <a:off x="3156992" y="275451"/>
            <a:ext cx="5029200"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ENTITY AND ATTRIBUTES</a:t>
            </a:r>
          </a:p>
        </p:txBody>
      </p:sp>
      <p:pic>
        <p:nvPicPr>
          <p:cNvPr id="17" name="object 3">
            <a:extLst>
              <a:ext uri="{FF2B5EF4-FFF2-40B4-BE49-F238E27FC236}">
                <a16:creationId xmlns:a16="http://schemas.microsoft.com/office/drawing/2014/main" id="{AB2948ED-8829-2284-E87F-7A2B8EE77AEE}"/>
              </a:ext>
            </a:extLst>
          </p:cNvPr>
          <p:cNvPicPr/>
          <p:nvPr/>
        </p:nvPicPr>
        <p:blipFill>
          <a:blip r:embed="rId5" cstate="print"/>
          <a:stretch>
            <a:fillRect/>
          </a:stretch>
        </p:blipFill>
        <p:spPr>
          <a:xfrm>
            <a:off x="290750" y="204311"/>
            <a:ext cx="1163002" cy="424338"/>
          </a:xfrm>
          <a:prstGeom prst="rect">
            <a:avLst/>
          </a:prstGeom>
        </p:spPr>
      </p:pic>
      <p:graphicFrame>
        <p:nvGraphicFramePr>
          <p:cNvPr id="9" name="Table 8">
            <a:extLst>
              <a:ext uri="{FF2B5EF4-FFF2-40B4-BE49-F238E27FC236}">
                <a16:creationId xmlns:a16="http://schemas.microsoft.com/office/drawing/2014/main" id="{E245FC66-4C6F-F1CD-95F3-73AD63A71304}"/>
              </a:ext>
            </a:extLst>
          </p:cNvPr>
          <p:cNvGraphicFramePr>
            <a:graphicFrameLocks noGrp="1"/>
          </p:cNvGraphicFramePr>
          <p:nvPr>
            <p:extLst>
              <p:ext uri="{D42A27DB-BD31-4B8C-83A1-F6EECF244321}">
                <p14:modId xmlns:p14="http://schemas.microsoft.com/office/powerpoint/2010/main" val="3364508554"/>
              </p:ext>
            </p:extLst>
          </p:nvPr>
        </p:nvGraphicFramePr>
        <p:xfrm>
          <a:off x="1212776" y="1409700"/>
          <a:ext cx="8269560" cy="4576777"/>
        </p:xfrm>
        <a:graphic>
          <a:graphicData uri="http://schemas.openxmlformats.org/drawingml/2006/table">
            <a:tbl>
              <a:tblPr>
                <a:tableStyleId>{69CF1AB2-1976-4502-BF36-3FF5EA218861}</a:tableStyleId>
              </a:tblPr>
              <a:tblGrid>
                <a:gridCol w="4201676">
                  <a:extLst>
                    <a:ext uri="{9D8B030D-6E8A-4147-A177-3AD203B41FA5}">
                      <a16:colId xmlns:a16="http://schemas.microsoft.com/office/drawing/2014/main" val="1801777172"/>
                    </a:ext>
                  </a:extLst>
                </a:gridCol>
                <a:gridCol w="4067884">
                  <a:extLst>
                    <a:ext uri="{9D8B030D-6E8A-4147-A177-3AD203B41FA5}">
                      <a16:colId xmlns:a16="http://schemas.microsoft.com/office/drawing/2014/main" val="351804580"/>
                    </a:ext>
                  </a:extLst>
                </a:gridCol>
              </a:tblGrid>
              <a:tr h="404530">
                <a:tc>
                  <a:txBody>
                    <a:bodyPr/>
                    <a:lstStyle/>
                    <a:p>
                      <a:pPr>
                        <a:buNone/>
                      </a:pPr>
                      <a:r>
                        <a:rPr lang="en-IN" sz="2200" b="1" dirty="0"/>
                        <a:t>Entity</a:t>
                      </a:r>
                      <a:endParaRPr lang="en-IN" sz="2200" b="1" dirty="0">
                        <a:latin typeface="Times New Roman" panose="02020603050405020304" pitchFamily="18" charset="0"/>
                        <a:cs typeface="Times New Roman" panose="02020603050405020304" pitchFamily="18" charset="0"/>
                      </a:endParaRPr>
                    </a:p>
                  </a:txBody>
                  <a:tcPr marL="76606" marR="76606" marT="38303" marB="38303" anchor="ctr"/>
                </a:tc>
                <a:tc>
                  <a:txBody>
                    <a:bodyPr/>
                    <a:lstStyle/>
                    <a:p>
                      <a:pPr>
                        <a:buNone/>
                      </a:pPr>
                      <a:r>
                        <a:rPr lang="en-IN" sz="2200" b="1" dirty="0"/>
                        <a:t>Attributes</a:t>
                      </a:r>
                      <a:endParaRPr lang="en-IN" sz="2200" b="1" dirty="0">
                        <a:latin typeface="Times New Roman" panose="02020603050405020304" pitchFamily="18" charset="0"/>
                        <a:cs typeface="Times New Roman" panose="02020603050405020304" pitchFamily="18" charset="0"/>
                      </a:endParaRPr>
                    </a:p>
                  </a:txBody>
                  <a:tcPr marL="76606" marR="76606" marT="38303" marB="38303" anchor="ctr"/>
                </a:tc>
                <a:extLst>
                  <a:ext uri="{0D108BD9-81ED-4DB2-BD59-A6C34878D82A}">
                    <a16:rowId xmlns:a16="http://schemas.microsoft.com/office/drawing/2014/main" val="1474227863"/>
                  </a:ext>
                </a:extLst>
              </a:tr>
              <a:tr h="707929">
                <a:tc>
                  <a:txBody>
                    <a:bodyPr/>
                    <a:lstStyle/>
                    <a:p>
                      <a:pPr>
                        <a:buNone/>
                      </a:pPr>
                      <a:r>
                        <a:rPr lang="en-IN" sz="1800" b="0" dirty="0"/>
                        <a:t>Software</a:t>
                      </a:r>
                      <a:endParaRPr lang="en-IN" sz="1800" b="0" dirty="0">
                        <a:latin typeface="Times New Roman" panose="02020603050405020304" pitchFamily="18" charset="0"/>
                        <a:cs typeface="Times New Roman" panose="02020603050405020304" pitchFamily="18" charset="0"/>
                      </a:endParaRPr>
                    </a:p>
                  </a:txBody>
                  <a:tcPr marL="76606" marR="76606" marT="38303" marB="38303" anchor="ctr"/>
                </a:tc>
                <a:tc>
                  <a:txBody>
                    <a:bodyPr/>
                    <a:lstStyle/>
                    <a:p>
                      <a:pPr>
                        <a:buNone/>
                      </a:pPr>
                      <a:r>
                        <a:rPr lang="en-IN" sz="1800"/>
                        <a:t>Software_ID, Software_Name, Version, License_ID, Category_ID, Developer_ID</a:t>
                      </a:r>
                      <a:endParaRPr lang="en-IN" sz="1800">
                        <a:latin typeface="Times New Roman" panose="02020603050405020304" pitchFamily="18" charset="0"/>
                        <a:cs typeface="Times New Roman" panose="02020603050405020304" pitchFamily="18" charset="0"/>
                      </a:endParaRPr>
                    </a:p>
                  </a:txBody>
                  <a:tcPr marL="76606" marR="76606" marT="38303" marB="38303" anchor="ctr"/>
                </a:tc>
                <a:extLst>
                  <a:ext uri="{0D108BD9-81ED-4DB2-BD59-A6C34878D82A}">
                    <a16:rowId xmlns:a16="http://schemas.microsoft.com/office/drawing/2014/main" val="1560767859"/>
                  </a:ext>
                </a:extLst>
              </a:tr>
              <a:tr h="707929">
                <a:tc>
                  <a:txBody>
                    <a:bodyPr/>
                    <a:lstStyle/>
                    <a:p>
                      <a:pPr>
                        <a:buNone/>
                      </a:pPr>
                      <a:r>
                        <a:rPr lang="en-IN" sz="1800" b="0" dirty="0"/>
                        <a:t>Developer</a:t>
                      </a:r>
                      <a:endParaRPr lang="en-IN" sz="1800" b="0" dirty="0">
                        <a:latin typeface="Times New Roman" panose="02020603050405020304" pitchFamily="18" charset="0"/>
                        <a:cs typeface="Times New Roman" panose="02020603050405020304" pitchFamily="18" charset="0"/>
                      </a:endParaRPr>
                    </a:p>
                  </a:txBody>
                  <a:tcPr marL="76606" marR="76606" marT="38303" marB="38303" anchor="ctr"/>
                </a:tc>
                <a:tc>
                  <a:txBody>
                    <a:bodyPr/>
                    <a:lstStyle/>
                    <a:p>
                      <a:pPr>
                        <a:buNone/>
                      </a:pPr>
                      <a:r>
                        <a:rPr lang="en-IN" sz="1800"/>
                        <a:t>Developer_ID, Developer_Name, Email, Contact</a:t>
                      </a:r>
                      <a:endParaRPr lang="en-IN" sz="1800">
                        <a:latin typeface="Times New Roman" panose="02020603050405020304" pitchFamily="18" charset="0"/>
                        <a:cs typeface="Times New Roman" panose="02020603050405020304" pitchFamily="18" charset="0"/>
                      </a:endParaRPr>
                    </a:p>
                  </a:txBody>
                  <a:tcPr marL="76606" marR="76606" marT="38303" marB="38303" anchor="ctr"/>
                </a:tc>
                <a:extLst>
                  <a:ext uri="{0D108BD9-81ED-4DB2-BD59-A6C34878D82A}">
                    <a16:rowId xmlns:a16="http://schemas.microsoft.com/office/drawing/2014/main" val="3025237485"/>
                  </a:ext>
                </a:extLst>
              </a:tr>
              <a:tr h="404530">
                <a:tc>
                  <a:txBody>
                    <a:bodyPr/>
                    <a:lstStyle/>
                    <a:p>
                      <a:pPr>
                        <a:buNone/>
                      </a:pPr>
                      <a:r>
                        <a:rPr lang="en-IN" sz="1800" b="0" dirty="0"/>
                        <a:t>Category</a:t>
                      </a:r>
                      <a:endParaRPr lang="en-IN" sz="1800" b="0" dirty="0">
                        <a:latin typeface="Times New Roman" panose="02020603050405020304" pitchFamily="18" charset="0"/>
                        <a:cs typeface="Times New Roman" panose="02020603050405020304" pitchFamily="18" charset="0"/>
                      </a:endParaRPr>
                    </a:p>
                  </a:txBody>
                  <a:tcPr marL="76606" marR="76606" marT="38303" marB="38303" anchor="ctr"/>
                </a:tc>
                <a:tc>
                  <a:txBody>
                    <a:bodyPr/>
                    <a:lstStyle/>
                    <a:p>
                      <a:pPr>
                        <a:buNone/>
                      </a:pPr>
                      <a:r>
                        <a:rPr lang="en-IN" sz="1800"/>
                        <a:t>Category_ID, Category_Name, Description</a:t>
                      </a:r>
                      <a:endParaRPr lang="en-IN" sz="1800">
                        <a:latin typeface="Times New Roman" panose="02020603050405020304" pitchFamily="18" charset="0"/>
                        <a:cs typeface="Times New Roman" panose="02020603050405020304" pitchFamily="18" charset="0"/>
                      </a:endParaRPr>
                    </a:p>
                  </a:txBody>
                  <a:tcPr marL="76606" marR="76606" marT="38303" marB="38303" anchor="ctr"/>
                </a:tc>
                <a:extLst>
                  <a:ext uri="{0D108BD9-81ED-4DB2-BD59-A6C34878D82A}">
                    <a16:rowId xmlns:a16="http://schemas.microsoft.com/office/drawing/2014/main" val="2301769561"/>
                  </a:ext>
                </a:extLst>
              </a:tr>
              <a:tr h="707929">
                <a:tc>
                  <a:txBody>
                    <a:bodyPr/>
                    <a:lstStyle/>
                    <a:p>
                      <a:pPr>
                        <a:buNone/>
                      </a:pPr>
                      <a:r>
                        <a:rPr lang="en-IN" sz="1800" b="0" dirty="0"/>
                        <a:t>License</a:t>
                      </a:r>
                      <a:endParaRPr lang="en-IN" sz="1800" b="0" dirty="0">
                        <a:latin typeface="Times New Roman" panose="02020603050405020304" pitchFamily="18" charset="0"/>
                        <a:cs typeface="Times New Roman" panose="02020603050405020304" pitchFamily="18" charset="0"/>
                      </a:endParaRPr>
                    </a:p>
                  </a:txBody>
                  <a:tcPr marL="76606" marR="76606" marT="38303" marB="38303" anchor="ctr"/>
                </a:tc>
                <a:tc>
                  <a:txBody>
                    <a:bodyPr/>
                    <a:lstStyle/>
                    <a:p>
                      <a:pPr>
                        <a:buNone/>
                      </a:pPr>
                      <a:r>
                        <a:rPr lang="en-IN" sz="1800"/>
                        <a:t>License_ID, License_Type, Start_Date, Expiry_Date, Status</a:t>
                      </a:r>
                      <a:endParaRPr lang="en-IN" sz="1800">
                        <a:latin typeface="Times New Roman" panose="02020603050405020304" pitchFamily="18" charset="0"/>
                        <a:cs typeface="Times New Roman" panose="02020603050405020304" pitchFamily="18" charset="0"/>
                      </a:endParaRPr>
                    </a:p>
                  </a:txBody>
                  <a:tcPr marL="76606" marR="76606" marT="38303" marB="38303" anchor="ctr"/>
                </a:tc>
                <a:extLst>
                  <a:ext uri="{0D108BD9-81ED-4DB2-BD59-A6C34878D82A}">
                    <a16:rowId xmlns:a16="http://schemas.microsoft.com/office/drawing/2014/main" val="2832661216"/>
                  </a:ext>
                </a:extLst>
              </a:tr>
              <a:tr h="707929">
                <a:tc>
                  <a:txBody>
                    <a:bodyPr/>
                    <a:lstStyle/>
                    <a:p>
                      <a:pPr>
                        <a:buNone/>
                      </a:pPr>
                      <a:r>
                        <a:rPr lang="en-IN" sz="1800" b="0" dirty="0"/>
                        <a:t>User</a:t>
                      </a:r>
                      <a:endParaRPr lang="en-IN" sz="1800" b="0" dirty="0">
                        <a:latin typeface="Times New Roman" panose="02020603050405020304" pitchFamily="18" charset="0"/>
                        <a:cs typeface="Times New Roman" panose="02020603050405020304" pitchFamily="18" charset="0"/>
                      </a:endParaRPr>
                    </a:p>
                  </a:txBody>
                  <a:tcPr marL="76606" marR="76606" marT="38303" marB="38303" anchor="ctr"/>
                </a:tc>
                <a:tc>
                  <a:txBody>
                    <a:bodyPr/>
                    <a:lstStyle/>
                    <a:p>
                      <a:pPr>
                        <a:buNone/>
                      </a:pPr>
                      <a:r>
                        <a:rPr lang="en-IN" sz="1800" dirty="0" err="1"/>
                        <a:t>User_ID</a:t>
                      </a:r>
                      <a:r>
                        <a:rPr lang="en-IN" sz="1800" dirty="0"/>
                        <a:t>, </a:t>
                      </a:r>
                      <a:r>
                        <a:rPr lang="en-IN" sz="1800" dirty="0" err="1"/>
                        <a:t>User_Name</a:t>
                      </a:r>
                      <a:r>
                        <a:rPr lang="en-IN" sz="1800" dirty="0"/>
                        <a:t>, Email, Department, Contact</a:t>
                      </a:r>
                      <a:endParaRPr lang="en-IN" sz="1800" dirty="0">
                        <a:latin typeface="Times New Roman" panose="02020603050405020304" pitchFamily="18" charset="0"/>
                        <a:cs typeface="Times New Roman" panose="02020603050405020304" pitchFamily="18" charset="0"/>
                      </a:endParaRPr>
                    </a:p>
                  </a:txBody>
                  <a:tcPr marL="76606" marR="76606" marT="38303" marB="38303" anchor="ctr"/>
                </a:tc>
                <a:extLst>
                  <a:ext uri="{0D108BD9-81ED-4DB2-BD59-A6C34878D82A}">
                    <a16:rowId xmlns:a16="http://schemas.microsoft.com/office/drawing/2014/main" val="2467885257"/>
                  </a:ext>
                </a:extLst>
              </a:tr>
              <a:tr h="707929">
                <a:tc>
                  <a:txBody>
                    <a:bodyPr/>
                    <a:lstStyle/>
                    <a:p>
                      <a:pPr>
                        <a:buNone/>
                      </a:pPr>
                      <a:r>
                        <a:rPr lang="en-IN" sz="1800" b="0" dirty="0"/>
                        <a:t>Installation</a:t>
                      </a:r>
                      <a:endParaRPr lang="en-IN" sz="1800" b="0" dirty="0">
                        <a:latin typeface="Times New Roman" panose="02020603050405020304" pitchFamily="18" charset="0"/>
                        <a:cs typeface="Times New Roman" panose="02020603050405020304" pitchFamily="18" charset="0"/>
                      </a:endParaRPr>
                    </a:p>
                  </a:txBody>
                  <a:tcPr marL="76606" marR="76606" marT="38303" marB="38303" anchor="ctr"/>
                </a:tc>
                <a:tc>
                  <a:txBody>
                    <a:bodyPr/>
                    <a:lstStyle/>
                    <a:p>
                      <a:pPr>
                        <a:buNone/>
                      </a:pPr>
                      <a:r>
                        <a:rPr lang="en-IN" sz="1800" dirty="0" err="1"/>
                        <a:t>Installation_ID</a:t>
                      </a:r>
                      <a:r>
                        <a:rPr lang="en-IN" sz="1800" dirty="0"/>
                        <a:t>, </a:t>
                      </a:r>
                      <a:r>
                        <a:rPr lang="en-IN" sz="1800" dirty="0" err="1"/>
                        <a:t>Software_ID</a:t>
                      </a:r>
                      <a:r>
                        <a:rPr lang="en-IN" sz="1800" dirty="0"/>
                        <a:t>, </a:t>
                      </a:r>
                      <a:r>
                        <a:rPr lang="en-IN" sz="1800" dirty="0" err="1"/>
                        <a:t>User_ID</a:t>
                      </a:r>
                      <a:r>
                        <a:rPr lang="en-IN" sz="1800" dirty="0"/>
                        <a:t>, </a:t>
                      </a:r>
                      <a:r>
                        <a:rPr lang="en-IN" sz="1800" dirty="0" err="1"/>
                        <a:t>Install_Date</a:t>
                      </a:r>
                      <a:r>
                        <a:rPr lang="en-IN" sz="1800" dirty="0"/>
                        <a:t>, </a:t>
                      </a:r>
                      <a:r>
                        <a:rPr lang="en-IN" sz="1800" dirty="0" err="1"/>
                        <a:t>System_Name</a:t>
                      </a:r>
                      <a:r>
                        <a:rPr lang="en-IN" sz="1800" dirty="0"/>
                        <a:t>, Status</a:t>
                      </a:r>
                      <a:endParaRPr lang="en-IN" sz="1800" dirty="0">
                        <a:latin typeface="Times New Roman" panose="02020603050405020304" pitchFamily="18" charset="0"/>
                        <a:cs typeface="Times New Roman" panose="02020603050405020304" pitchFamily="18" charset="0"/>
                      </a:endParaRPr>
                    </a:p>
                  </a:txBody>
                  <a:tcPr marL="76606" marR="76606" marT="38303" marB="38303" anchor="ctr"/>
                </a:tc>
                <a:extLst>
                  <a:ext uri="{0D108BD9-81ED-4DB2-BD59-A6C34878D82A}">
                    <a16:rowId xmlns:a16="http://schemas.microsoft.com/office/drawing/2014/main" val="1741636736"/>
                  </a:ext>
                </a:extLst>
              </a:tr>
            </a:tbl>
          </a:graphicData>
        </a:graphic>
      </p:graphicFrame>
    </p:spTree>
    <p:extLst>
      <p:ext uri="{BB962C8B-B14F-4D97-AF65-F5344CB8AC3E}">
        <p14:creationId xmlns:p14="http://schemas.microsoft.com/office/powerpoint/2010/main" val="26205461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5BECE-CC3C-4C79-B879-11DE0CF13CF2}"/>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318F5FBE-0FBE-C2FC-C39F-440C966A61A3}"/>
              </a:ext>
            </a:extLst>
          </p:cNvPr>
          <p:cNvGrpSpPr/>
          <p:nvPr/>
        </p:nvGrpSpPr>
        <p:grpSpPr>
          <a:xfrm>
            <a:off x="2724944" y="89378"/>
            <a:ext cx="5103904" cy="1198311"/>
            <a:chOff x="2648188" y="47148"/>
            <a:chExt cx="5103904" cy="1198311"/>
          </a:xfrm>
        </p:grpSpPr>
        <p:pic>
          <p:nvPicPr>
            <p:cNvPr id="5" name="object 4">
              <a:extLst>
                <a:ext uri="{FF2B5EF4-FFF2-40B4-BE49-F238E27FC236}">
                  <a16:creationId xmlns:a16="http://schemas.microsoft.com/office/drawing/2014/main" id="{6B425B69-6F54-BBF6-98D4-8869C75294FA}"/>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59E9ABD-1167-D1EC-9331-C17E89926F94}"/>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EF86167-5A4D-7AF0-60F3-72D8521619AD}"/>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8AA515F3-8027-3F97-C535-D06394C9A15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br>
                <a:rPr lang="en-IN" dirty="0"/>
              </a:br>
              <a:endParaRPr dirty="0"/>
            </a:p>
          </p:txBody>
        </p:sp>
      </p:grpSp>
      <p:pic>
        <p:nvPicPr>
          <p:cNvPr id="17" name="object 3">
            <a:extLst>
              <a:ext uri="{FF2B5EF4-FFF2-40B4-BE49-F238E27FC236}">
                <a16:creationId xmlns:a16="http://schemas.microsoft.com/office/drawing/2014/main" id="{53ED16BA-C08A-ED22-648F-AC91FA16447D}"/>
              </a:ext>
            </a:extLst>
          </p:cNvPr>
          <p:cNvPicPr/>
          <p:nvPr/>
        </p:nvPicPr>
        <p:blipFill>
          <a:blip r:embed="rId5" cstate="print"/>
          <a:stretch>
            <a:fillRect/>
          </a:stretch>
        </p:blipFill>
        <p:spPr>
          <a:xfrm>
            <a:off x="290750" y="204311"/>
            <a:ext cx="1163002" cy="424338"/>
          </a:xfrm>
          <a:prstGeom prst="rect">
            <a:avLst/>
          </a:prstGeom>
        </p:spPr>
      </p:pic>
      <p:pic>
        <p:nvPicPr>
          <p:cNvPr id="3" name="Picture 2" descr="The diagram illustrates a software management system, showing relationships between software, developers, categories, licenses, users, and installations.&#10;&#10;AI-generated content may be incorrect.">
            <a:extLst>
              <a:ext uri="{FF2B5EF4-FFF2-40B4-BE49-F238E27FC236}">
                <a16:creationId xmlns:a16="http://schemas.microsoft.com/office/drawing/2014/main" id="{491423D0-5F54-54CC-FD21-8B362166A9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2696" y="1220948"/>
            <a:ext cx="9202946" cy="6089098"/>
          </a:xfrm>
          <a:prstGeom prst="rect">
            <a:avLst/>
          </a:prstGeom>
        </p:spPr>
      </p:pic>
      <p:sp>
        <p:nvSpPr>
          <p:cNvPr id="10" name="TextBox 9">
            <a:extLst>
              <a:ext uri="{FF2B5EF4-FFF2-40B4-BE49-F238E27FC236}">
                <a16:creationId xmlns:a16="http://schemas.microsoft.com/office/drawing/2014/main" id="{D5B7A9C6-2919-7132-5433-E0B85D383192}"/>
              </a:ext>
            </a:extLst>
          </p:cNvPr>
          <p:cNvSpPr txBox="1"/>
          <p:nvPr/>
        </p:nvSpPr>
        <p:spPr>
          <a:xfrm>
            <a:off x="4163223" y="285779"/>
            <a:ext cx="2857500" cy="461665"/>
          </a:xfrm>
          <a:prstGeom prst="rect">
            <a:avLst/>
          </a:prstGeom>
          <a:noFill/>
        </p:spPr>
        <p:txBody>
          <a:bodyPr wrap="square" rtlCol="0">
            <a:spAutoFit/>
          </a:bodyPr>
          <a:lstStyle/>
          <a:p>
            <a:r>
              <a:rPr lang="en-IN" sz="2400" b="1" dirty="0">
                <a:solidFill>
                  <a:schemeClr val="bg1"/>
                </a:solidFill>
              </a:rPr>
              <a:t>ER-DIAGRAM</a:t>
            </a:r>
          </a:p>
        </p:txBody>
      </p:sp>
    </p:spTree>
    <p:extLst>
      <p:ext uri="{BB962C8B-B14F-4D97-AF65-F5344CB8AC3E}">
        <p14:creationId xmlns:p14="http://schemas.microsoft.com/office/powerpoint/2010/main" val="24737246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9799E-8879-1896-F4D6-975EC6AC468E}"/>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13E3C9B4-9B65-A8D7-C622-C7EBED54B4B0}"/>
              </a:ext>
            </a:extLst>
          </p:cNvPr>
          <p:cNvGrpSpPr/>
          <p:nvPr/>
        </p:nvGrpSpPr>
        <p:grpSpPr>
          <a:xfrm>
            <a:off x="2724944" y="89378"/>
            <a:ext cx="5103904" cy="1198311"/>
            <a:chOff x="2648188" y="47148"/>
            <a:chExt cx="5103904" cy="1198311"/>
          </a:xfrm>
        </p:grpSpPr>
        <p:pic>
          <p:nvPicPr>
            <p:cNvPr id="5" name="object 4">
              <a:extLst>
                <a:ext uri="{FF2B5EF4-FFF2-40B4-BE49-F238E27FC236}">
                  <a16:creationId xmlns:a16="http://schemas.microsoft.com/office/drawing/2014/main" id="{C07837F7-7561-ED18-9FA4-C0B8159E611C}"/>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3C636A1A-FC4E-1DBF-B385-C8A978018D3C}"/>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A015625-CDE8-AA33-B65D-0306D3548C0F}"/>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D3369B36-342D-334D-8B53-29AB8519407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br>
                <a:rPr lang="en-IN" dirty="0"/>
              </a:br>
              <a:endParaRPr dirty="0"/>
            </a:p>
          </p:txBody>
        </p:sp>
      </p:grpSp>
      <p:pic>
        <p:nvPicPr>
          <p:cNvPr id="17" name="object 3">
            <a:extLst>
              <a:ext uri="{FF2B5EF4-FFF2-40B4-BE49-F238E27FC236}">
                <a16:creationId xmlns:a16="http://schemas.microsoft.com/office/drawing/2014/main" id="{4569E813-590A-313D-F6DE-2ABAC3DB12E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4962AB50-2AB9-E205-9783-01723ACD516F}"/>
              </a:ext>
            </a:extLst>
          </p:cNvPr>
          <p:cNvSpPr txBox="1"/>
          <p:nvPr/>
        </p:nvSpPr>
        <p:spPr>
          <a:xfrm>
            <a:off x="470097" y="1725960"/>
            <a:ext cx="8892178" cy="4247317"/>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Relational Database Schema</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DEVELOPER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Developer( </a:t>
            </a:r>
            <a:r>
              <a:rPr lang="en-IN" dirty="0" err="1">
                <a:latin typeface="Times New Roman" panose="02020603050405020304" pitchFamily="18" charset="0"/>
                <a:cs typeface="Times New Roman" panose="02020603050405020304" pitchFamily="18" charset="0"/>
              </a:rPr>
              <a:t>Developer_ID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Developer_Name</a:t>
            </a:r>
            <a:r>
              <a:rPr lang="en-IN" dirty="0">
                <a:latin typeface="Times New Roman" panose="02020603050405020304" pitchFamily="18" charset="0"/>
                <a:cs typeface="Times New Roman" panose="02020603050405020304" pitchFamily="18" charset="0"/>
              </a:rPr>
              <a:t>, Email, Contact )</a:t>
            </a:r>
          </a:p>
          <a:p>
            <a:r>
              <a:rPr lang="en-IN" b="1" dirty="0">
                <a:latin typeface="Times New Roman" panose="02020603050405020304" pitchFamily="18" charset="0"/>
                <a:cs typeface="Times New Roman" panose="02020603050405020304" pitchFamily="18" charset="0"/>
              </a:rPr>
              <a:t>CATEGORY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Category( </a:t>
            </a:r>
            <a:r>
              <a:rPr lang="en-IN" dirty="0" err="1">
                <a:latin typeface="Times New Roman" panose="02020603050405020304" pitchFamily="18" charset="0"/>
                <a:cs typeface="Times New Roman" panose="02020603050405020304" pitchFamily="18" charset="0"/>
              </a:rPr>
              <a:t>Category_ID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Category_Name</a:t>
            </a:r>
            <a:r>
              <a:rPr lang="en-IN" dirty="0">
                <a:latin typeface="Times New Roman" panose="02020603050405020304" pitchFamily="18" charset="0"/>
                <a:cs typeface="Times New Roman" panose="02020603050405020304" pitchFamily="18" charset="0"/>
              </a:rPr>
              <a:t>, Description )</a:t>
            </a:r>
          </a:p>
          <a:p>
            <a:r>
              <a:rPr lang="en-IN" b="1" dirty="0">
                <a:latin typeface="Times New Roman" panose="02020603050405020304" pitchFamily="18" charset="0"/>
                <a:cs typeface="Times New Roman" panose="02020603050405020304" pitchFamily="18" charset="0"/>
              </a:rPr>
              <a:t>LICENSE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License( </a:t>
            </a:r>
            <a:r>
              <a:rPr lang="en-IN" dirty="0" err="1">
                <a:latin typeface="Times New Roman" panose="02020603050405020304" pitchFamily="18" charset="0"/>
                <a:cs typeface="Times New Roman" panose="02020603050405020304" pitchFamily="18" charset="0"/>
              </a:rPr>
              <a:t>License_ID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License_Type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Start_Date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Expiry_Date</a:t>
            </a:r>
            <a:r>
              <a:rPr lang="en-IN" dirty="0">
                <a:latin typeface="Times New Roman" panose="02020603050405020304" pitchFamily="18" charset="0"/>
                <a:cs typeface="Times New Roman" panose="02020603050405020304" pitchFamily="18" charset="0"/>
              </a:rPr>
              <a:t>, Status )</a:t>
            </a:r>
          </a:p>
          <a:p>
            <a:r>
              <a:rPr lang="en-IN" b="1" dirty="0">
                <a:latin typeface="Times New Roman" panose="02020603050405020304" pitchFamily="18" charset="0"/>
                <a:cs typeface="Times New Roman" panose="02020603050405020304" pitchFamily="18" charset="0"/>
              </a:rPr>
              <a:t>SOFTWARE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Software( </a:t>
            </a:r>
            <a:r>
              <a:rPr lang="en-IN" dirty="0" err="1">
                <a:latin typeface="Times New Roman" panose="02020603050405020304" pitchFamily="18" charset="0"/>
                <a:cs typeface="Times New Roman" panose="02020603050405020304" pitchFamily="18" charset="0"/>
              </a:rPr>
              <a:t>Software_ID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Software_Name</a:t>
            </a:r>
            <a:r>
              <a:rPr lang="en-IN" dirty="0">
                <a:latin typeface="Times New Roman" panose="02020603050405020304" pitchFamily="18" charset="0"/>
                <a:cs typeface="Times New Roman" panose="02020603050405020304" pitchFamily="18" charset="0"/>
              </a:rPr>
              <a:t>, Version, </a:t>
            </a:r>
            <a:r>
              <a:rPr lang="en-IN" dirty="0" err="1">
                <a:latin typeface="Times New Roman" panose="02020603050405020304" pitchFamily="18" charset="0"/>
                <a:cs typeface="Times New Roman" panose="02020603050405020304" pitchFamily="18" charset="0"/>
              </a:rPr>
              <a:t>Developer_ID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Category_ID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License_ID</a:t>
            </a:r>
            <a:r>
              <a:rPr lang="en-IN"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USER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User( </a:t>
            </a:r>
            <a:r>
              <a:rPr lang="en-IN" dirty="0" err="1">
                <a:latin typeface="Times New Roman" panose="02020603050405020304" pitchFamily="18" charset="0"/>
                <a:cs typeface="Times New Roman" panose="02020603050405020304" pitchFamily="18" charset="0"/>
              </a:rPr>
              <a:t>User_ID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User_Name</a:t>
            </a:r>
            <a:r>
              <a:rPr lang="en-IN" dirty="0">
                <a:latin typeface="Times New Roman" panose="02020603050405020304" pitchFamily="18" charset="0"/>
                <a:cs typeface="Times New Roman" panose="02020603050405020304" pitchFamily="18" charset="0"/>
              </a:rPr>
              <a:t>, Email, Department, Contact )</a:t>
            </a:r>
          </a:p>
          <a:p>
            <a:r>
              <a:rPr lang="en-IN" b="1" dirty="0">
                <a:latin typeface="Times New Roman" panose="02020603050405020304" pitchFamily="18" charset="0"/>
                <a:cs typeface="Times New Roman" panose="02020603050405020304" pitchFamily="18" charset="0"/>
              </a:rPr>
              <a:t>INSTALLATION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Installation( </a:t>
            </a:r>
            <a:r>
              <a:rPr lang="en-IN" dirty="0" err="1">
                <a:latin typeface="Times New Roman" panose="02020603050405020304" pitchFamily="18" charset="0"/>
                <a:cs typeface="Times New Roman" panose="02020603050405020304" pitchFamily="18" charset="0"/>
              </a:rPr>
              <a:t>Installation_ID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Software_ID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User_ID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Install_Date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System_Name</a:t>
            </a:r>
            <a:r>
              <a:rPr lang="en-IN" dirty="0">
                <a:latin typeface="Times New Roman" panose="02020603050405020304" pitchFamily="18" charset="0"/>
                <a:cs typeface="Times New Roman" panose="02020603050405020304" pitchFamily="18" charset="0"/>
              </a:rPr>
              <a:t>, Status )</a:t>
            </a:r>
          </a:p>
          <a:p>
            <a:endParaRPr lang="en-IN" dirty="0"/>
          </a:p>
        </p:txBody>
      </p:sp>
      <p:sp>
        <p:nvSpPr>
          <p:cNvPr id="9" name="TextBox 8">
            <a:extLst>
              <a:ext uri="{FF2B5EF4-FFF2-40B4-BE49-F238E27FC236}">
                <a16:creationId xmlns:a16="http://schemas.microsoft.com/office/drawing/2014/main" id="{A29B486D-3DF8-2CFC-7D03-3090089B5A39}"/>
              </a:ext>
            </a:extLst>
          </p:cNvPr>
          <p:cNvSpPr txBox="1"/>
          <p:nvPr/>
        </p:nvSpPr>
        <p:spPr>
          <a:xfrm>
            <a:off x="3517032" y="305744"/>
            <a:ext cx="3587842" cy="461665"/>
          </a:xfrm>
          <a:prstGeom prst="rect">
            <a:avLst/>
          </a:prstGeom>
          <a:noFill/>
        </p:spPr>
        <p:txBody>
          <a:bodyPr wrap="none" rtlCol="0">
            <a:spAutoFit/>
          </a:bodyPr>
          <a:lstStyle/>
          <a:p>
            <a:r>
              <a:rPr lang="en-IN" sz="2400" b="1" dirty="0">
                <a:solidFill>
                  <a:schemeClr val="bg1"/>
                </a:solidFill>
              </a:rPr>
              <a:t>RELATIONAL SCHEMA</a:t>
            </a:r>
          </a:p>
        </p:txBody>
      </p:sp>
    </p:spTree>
    <p:extLst>
      <p:ext uri="{BB962C8B-B14F-4D97-AF65-F5344CB8AC3E}">
        <p14:creationId xmlns:p14="http://schemas.microsoft.com/office/powerpoint/2010/main" val="71315422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D1103-BED3-D0D1-2B32-DF462A49AD98}"/>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386A48A0-7630-F33A-9602-55A8C30FABC0}"/>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4D87CA1E-4756-F08E-63BD-75124D6360A1}"/>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631FFF4E-3585-C131-4111-19552BFBD0ED}"/>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23462C3B-779A-ECC8-E6A0-EBE10897D9C8}"/>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1C485986-3706-6533-B03D-5A8A8566EDEA}"/>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C06018CA-58C0-7E2C-3046-85D5E75FDF5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48EE4812-0FE8-8F6E-37C0-C1D8649E38B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C996B418-1692-861F-B2FC-D97A6A0DCECA}"/>
              </a:ext>
            </a:extLst>
          </p:cNvPr>
          <p:cNvSpPr txBox="1"/>
          <p:nvPr/>
        </p:nvSpPr>
        <p:spPr>
          <a:xfrm>
            <a:off x="2963382" y="281409"/>
            <a:ext cx="5029200"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PRIMARY</a:t>
            </a:r>
            <a:r>
              <a:rPr lang="en-IN" sz="2400" b="1" dirty="0"/>
              <a:t> </a:t>
            </a:r>
            <a:r>
              <a:rPr lang="en-IN" sz="2400" b="1" dirty="0">
                <a:solidFill>
                  <a:schemeClr val="bg1"/>
                </a:solidFill>
                <a:latin typeface="Times New Roman" panose="02020603050405020304" pitchFamily="18" charset="0"/>
                <a:cs typeface="Times New Roman" panose="02020603050405020304" pitchFamily="18" charset="0"/>
              </a:rPr>
              <a:t>&amp;</a:t>
            </a:r>
            <a:r>
              <a:rPr lang="en-IN" sz="2400" b="1" dirty="0"/>
              <a:t> </a:t>
            </a:r>
            <a:r>
              <a:rPr lang="en-IN" sz="2400" b="1" dirty="0">
                <a:solidFill>
                  <a:schemeClr val="bg1"/>
                </a:solidFill>
                <a:latin typeface="Times New Roman" panose="02020603050405020304" pitchFamily="18" charset="0"/>
                <a:cs typeface="Times New Roman" panose="02020603050405020304" pitchFamily="18" charset="0"/>
              </a:rPr>
              <a:t>FOREIGN</a:t>
            </a:r>
            <a:r>
              <a:rPr lang="en-IN" sz="2400" b="1" dirty="0"/>
              <a:t> </a:t>
            </a:r>
            <a:r>
              <a:rPr lang="en-IN" sz="2400" b="1" dirty="0">
                <a:solidFill>
                  <a:schemeClr val="bg1"/>
                </a:solidFill>
                <a:latin typeface="Times New Roman" panose="02020603050405020304" pitchFamily="18" charset="0"/>
                <a:cs typeface="Times New Roman" panose="02020603050405020304" pitchFamily="18" charset="0"/>
              </a:rPr>
              <a:t>KEYS</a:t>
            </a:r>
          </a:p>
        </p:txBody>
      </p:sp>
      <p:pic>
        <p:nvPicPr>
          <p:cNvPr id="10" name="Picture 9" descr="The image illustrates a software management system's table structure, showcasing primary and foreign keys to establish relationships among various entities such as developers, software categories, and users.&#10;&#10;AI-generated content may be incorrect.">
            <a:extLst>
              <a:ext uri="{FF2B5EF4-FFF2-40B4-BE49-F238E27FC236}">
                <a16:creationId xmlns:a16="http://schemas.microsoft.com/office/drawing/2014/main" id="{4A89A325-D558-12C7-608F-D03C2D344388}"/>
              </a:ext>
            </a:extLst>
          </p:cNvPr>
          <p:cNvPicPr>
            <a:picLocks noChangeAspect="1"/>
          </p:cNvPicPr>
          <p:nvPr/>
        </p:nvPicPr>
        <p:blipFill>
          <a:blip r:embed="rId6"/>
          <a:srcRect l="2890" t="20916" r="2035" b="6575"/>
          <a:stretch>
            <a:fillRect/>
          </a:stretch>
        </p:blipFill>
        <p:spPr>
          <a:xfrm>
            <a:off x="0" y="1149897"/>
            <a:ext cx="9997752" cy="5287932"/>
          </a:xfrm>
          <a:prstGeom prst="rect">
            <a:avLst/>
          </a:prstGeom>
        </p:spPr>
      </p:pic>
    </p:spTree>
    <p:extLst>
      <p:ext uri="{BB962C8B-B14F-4D97-AF65-F5344CB8AC3E}">
        <p14:creationId xmlns:p14="http://schemas.microsoft.com/office/powerpoint/2010/main" val="1510185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DFD2E-DF43-D7B6-BCEE-070897B1C861}"/>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6D805D88-EA89-9DE2-CD51-0F999A34DE4B}"/>
              </a:ext>
            </a:extLst>
          </p:cNvPr>
          <p:cNvGrpSpPr/>
          <p:nvPr/>
        </p:nvGrpSpPr>
        <p:grpSpPr>
          <a:xfrm>
            <a:off x="2724944" y="89378"/>
            <a:ext cx="5103904" cy="1198311"/>
            <a:chOff x="2648188" y="47148"/>
            <a:chExt cx="5103904" cy="1198311"/>
          </a:xfrm>
        </p:grpSpPr>
        <p:pic>
          <p:nvPicPr>
            <p:cNvPr id="5" name="object 4">
              <a:extLst>
                <a:ext uri="{FF2B5EF4-FFF2-40B4-BE49-F238E27FC236}">
                  <a16:creationId xmlns:a16="http://schemas.microsoft.com/office/drawing/2014/main" id="{EA74E494-CD7C-58DE-94C7-696EBFCA0910}"/>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188D801F-15CA-3E0A-52C1-31E23C8BDA63}"/>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E0F4F5E0-2C26-E94D-4F13-030E9632792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0F1F2D3E-6737-869E-8B45-FF9A5A59A9E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br>
                <a:rPr lang="en-IN" dirty="0"/>
              </a:br>
              <a:endParaRPr dirty="0"/>
            </a:p>
          </p:txBody>
        </p:sp>
      </p:grpSp>
      <p:pic>
        <p:nvPicPr>
          <p:cNvPr id="17" name="object 3">
            <a:extLst>
              <a:ext uri="{FF2B5EF4-FFF2-40B4-BE49-F238E27FC236}">
                <a16:creationId xmlns:a16="http://schemas.microsoft.com/office/drawing/2014/main" id="{9F666F60-B543-4AC1-071A-172DDF2E0257}"/>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B8C2D382-75EA-8717-C459-5B6F77F9CED6}"/>
              </a:ext>
            </a:extLst>
          </p:cNvPr>
          <p:cNvSpPr txBox="1"/>
          <p:nvPr/>
        </p:nvSpPr>
        <p:spPr>
          <a:xfrm>
            <a:off x="3712669" y="285779"/>
            <a:ext cx="3346881" cy="461665"/>
          </a:xfrm>
          <a:prstGeom prst="rect">
            <a:avLst/>
          </a:prstGeom>
          <a:noFill/>
        </p:spPr>
        <p:txBody>
          <a:bodyPr wrap="square" rtlCol="0">
            <a:spAutoFit/>
          </a:bodyPr>
          <a:lstStyle/>
          <a:p>
            <a:r>
              <a:rPr lang="en-IN" sz="2400" b="1" dirty="0">
                <a:solidFill>
                  <a:schemeClr val="bg1"/>
                </a:solidFill>
              </a:rPr>
              <a:t>RESPONSIBILITIES</a:t>
            </a:r>
          </a:p>
        </p:txBody>
      </p:sp>
      <p:graphicFrame>
        <p:nvGraphicFramePr>
          <p:cNvPr id="2" name="Table 1">
            <a:extLst>
              <a:ext uri="{FF2B5EF4-FFF2-40B4-BE49-F238E27FC236}">
                <a16:creationId xmlns:a16="http://schemas.microsoft.com/office/drawing/2014/main" id="{6AEB2CF5-1C25-C79F-DD50-4ED967A5FF33}"/>
              </a:ext>
            </a:extLst>
          </p:cNvPr>
          <p:cNvGraphicFramePr>
            <a:graphicFrameLocks noGrp="1"/>
          </p:cNvGraphicFramePr>
          <p:nvPr>
            <p:extLst>
              <p:ext uri="{D42A27DB-BD31-4B8C-83A1-F6EECF244321}">
                <p14:modId xmlns:p14="http://schemas.microsoft.com/office/powerpoint/2010/main" val="3637862999"/>
              </p:ext>
            </p:extLst>
          </p:nvPr>
        </p:nvGraphicFramePr>
        <p:xfrm>
          <a:off x="1356792" y="1509936"/>
          <a:ext cx="8058636" cy="4970110"/>
        </p:xfrm>
        <a:graphic>
          <a:graphicData uri="http://schemas.openxmlformats.org/drawingml/2006/table">
            <a:tbl>
              <a:tblPr>
                <a:tableStyleId>{69CF1AB2-1976-4502-BF36-3FF5EA218861}</a:tableStyleId>
              </a:tblPr>
              <a:tblGrid>
                <a:gridCol w="2544283">
                  <a:extLst>
                    <a:ext uri="{9D8B030D-6E8A-4147-A177-3AD203B41FA5}">
                      <a16:colId xmlns:a16="http://schemas.microsoft.com/office/drawing/2014/main" val="3777829288"/>
                    </a:ext>
                  </a:extLst>
                </a:gridCol>
                <a:gridCol w="2994072">
                  <a:extLst>
                    <a:ext uri="{9D8B030D-6E8A-4147-A177-3AD203B41FA5}">
                      <a16:colId xmlns:a16="http://schemas.microsoft.com/office/drawing/2014/main" val="1727001727"/>
                    </a:ext>
                  </a:extLst>
                </a:gridCol>
                <a:gridCol w="2520281">
                  <a:extLst>
                    <a:ext uri="{9D8B030D-6E8A-4147-A177-3AD203B41FA5}">
                      <a16:colId xmlns:a16="http://schemas.microsoft.com/office/drawing/2014/main" val="1545008679"/>
                    </a:ext>
                  </a:extLst>
                </a:gridCol>
              </a:tblGrid>
              <a:tr h="285624">
                <a:tc>
                  <a:txBody>
                    <a:bodyPr/>
                    <a:lstStyle/>
                    <a:p>
                      <a:pPr>
                        <a:buNone/>
                      </a:pPr>
                      <a:r>
                        <a:rPr lang="en-IN" sz="1600" dirty="0">
                          <a:latin typeface="Times New Roman" panose="02020603050405020304" pitchFamily="18" charset="0"/>
                          <a:cs typeface="Times New Roman" panose="02020603050405020304" pitchFamily="18" charset="0"/>
                        </a:rPr>
                        <a:t>Member</a:t>
                      </a:r>
                    </a:p>
                  </a:txBody>
                  <a:tcPr marL="48442" marR="48442" marT="24221" marB="24221" anchor="ctr"/>
                </a:tc>
                <a:tc>
                  <a:txBody>
                    <a:bodyPr/>
                    <a:lstStyle/>
                    <a:p>
                      <a:pPr>
                        <a:buNone/>
                      </a:pPr>
                      <a:r>
                        <a:rPr lang="en-IN" sz="1600">
                          <a:latin typeface="Times New Roman" panose="02020603050405020304" pitchFamily="18" charset="0"/>
                          <a:cs typeface="Times New Roman" panose="02020603050405020304" pitchFamily="18" charset="0"/>
                        </a:rPr>
                        <a:t>GitHub Responsibility</a:t>
                      </a:r>
                    </a:p>
                  </a:txBody>
                  <a:tcPr marL="48442" marR="48442" marT="24221" marB="24221" anchor="ctr"/>
                </a:tc>
                <a:tc>
                  <a:txBody>
                    <a:bodyPr/>
                    <a:lstStyle/>
                    <a:p>
                      <a:pPr>
                        <a:buNone/>
                      </a:pPr>
                      <a:r>
                        <a:rPr lang="en-IN" sz="1600">
                          <a:latin typeface="Times New Roman" panose="02020603050405020304" pitchFamily="18" charset="0"/>
                          <a:cs typeface="Times New Roman" panose="02020603050405020304" pitchFamily="18" charset="0"/>
                        </a:rPr>
                        <a:t>Work</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extLst>
                  <a:ext uri="{0D108BD9-81ED-4DB2-BD59-A6C34878D82A}">
                    <a16:rowId xmlns:a16="http://schemas.microsoft.com/office/drawing/2014/main" val="1277042473"/>
                  </a:ext>
                </a:extLst>
              </a:tr>
              <a:tr h="1152553">
                <a:tc>
                  <a:txBody>
                    <a:bodyPr/>
                    <a:lstStyle/>
                    <a:p>
                      <a:pPr>
                        <a:buNone/>
                      </a:pPr>
                      <a:r>
                        <a:rPr lang="en-IN" sz="1600" b="1" dirty="0">
                          <a:latin typeface="Times New Roman" panose="02020603050405020304" pitchFamily="18" charset="0"/>
                          <a:cs typeface="Times New Roman" panose="02020603050405020304" pitchFamily="18" charset="0"/>
                        </a:rPr>
                        <a:t>Sahithi – Team Lead</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tc>
                  <a:txBody>
                    <a:bodyPr/>
                    <a:lstStyle/>
                    <a:p>
                      <a:pPr>
                        <a:buNone/>
                      </a:pPr>
                      <a:r>
                        <a:rPr lang="en-IN" sz="1600" dirty="0">
                          <a:latin typeface="Times New Roman" panose="02020603050405020304" pitchFamily="18" charset="0"/>
                          <a:cs typeface="Times New Roman" panose="02020603050405020304" pitchFamily="18" charset="0"/>
                        </a:rPr>
                        <a:t>Repository &amp; Project Management</a:t>
                      </a:r>
                    </a:p>
                  </a:txBody>
                  <a:tcPr marL="48442" marR="48442" marT="24221" marB="24221" anchor="ctr"/>
                </a:tc>
                <a:tc>
                  <a:txBody>
                    <a:bodyPr/>
                    <a:lstStyle/>
                    <a:p>
                      <a:pPr>
                        <a:buNone/>
                      </a:pPr>
                      <a:r>
                        <a:rPr lang="en-IN" sz="1600" dirty="0"/>
                        <a:t>Create/manage GitHub repository, assign tasks, merge code, monitor project progress</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extLst>
                  <a:ext uri="{0D108BD9-81ED-4DB2-BD59-A6C34878D82A}">
                    <a16:rowId xmlns:a16="http://schemas.microsoft.com/office/drawing/2014/main" val="2534133358"/>
                  </a:ext>
                </a:extLst>
              </a:tr>
              <a:tr h="1003437">
                <a:tc>
                  <a:txBody>
                    <a:bodyPr/>
                    <a:lstStyle/>
                    <a:p>
                      <a:pPr>
                        <a:buNone/>
                      </a:pPr>
                      <a:r>
                        <a:rPr lang="en-IN" sz="1600" b="1" dirty="0">
                          <a:latin typeface="Times New Roman" panose="02020603050405020304" pitchFamily="18" charset="0"/>
                          <a:cs typeface="Times New Roman" panose="02020603050405020304" pitchFamily="18" charset="0"/>
                        </a:rPr>
                        <a:t>Devi – Database Developer</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tc>
                  <a:txBody>
                    <a:bodyPr/>
                    <a:lstStyle/>
                    <a:p>
                      <a:pPr>
                        <a:buNone/>
                      </a:pPr>
                      <a:r>
                        <a:rPr lang="en-IN" sz="1600" dirty="0">
                          <a:latin typeface="Times New Roman" panose="02020603050405020304" pitchFamily="18" charset="0"/>
                          <a:cs typeface="Times New Roman" panose="02020603050405020304" pitchFamily="18" charset="0"/>
                        </a:rPr>
                        <a:t>Database &amp; SQL</a:t>
                      </a:r>
                    </a:p>
                  </a:txBody>
                  <a:tcPr marL="48442" marR="48442" marT="24221" marB="24221" anchor="ctr"/>
                </a:tc>
                <a:tc>
                  <a:txBody>
                    <a:bodyPr/>
                    <a:lstStyle/>
                    <a:p>
                      <a:pPr>
                        <a:buNone/>
                      </a:pPr>
                      <a:r>
                        <a:rPr lang="en-IN" sz="1600" dirty="0"/>
                        <a:t>Design database, create tables, write SQL queries, manage CRUD operations</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extLst>
                  <a:ext uri="{0D108BD9-81ED-4DB2-BD59-A6C34878D82A}">
                    <a16:rowId xmlns:a16="http://schemas.microsoft.com/office/drawing/2014/main" val="3387993323"/>
                  </a:ext>
                </a:extLst>
              </a:tr>
              <a:tr h="1369285">
                <a:tc>
                  <a:txBody>
                    <a:bodyPr/>
                    <a:lstStyle/>
                    <a:p>
                      <a:pPr>
                        <a:buNone/>
                      </a:pPr>
                      <a:r>
                        <a:rPr lang="en-IN" sz="1600" b="1" dirty="0" err="1">
                          <a:latin typeface="Times New Roman" panose="02020603050405020304" pitchFamily="18" charset="0"/>
                          <a:cs typeface="Times New Roman" panose="02020603050405020304" pitchFamily="18" charset="0"/>
                        </a:rPr>
                        <a:t>Momitha</a:t>
                      </a:r>
                      <a:r>
                        <a:rPr lang="en-IN" sz="1600" b="1" dirty="0">
                          <a:latin typeface="Times New Roman" panose="02020603050405020304" pitchFamily="18" charset="0"/>
                          <a:cs typeface="Times New Roman" panose="02020603050405020304" pitchFamily="18" charset="0"/>
                        </a:rPr>
                        <a:t> – Backend Developer</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tc>
                  <a:txBody>
                    <a:bodyPr/>
                    <a:lstStyle/>
                    <a:p>
                      <a:pPr>
                        <a:buNone/>
                      </a:pPr>
                      <a:r>
                        <a:rPr lang="en-IN" sz="1600" dirty="0">
                          <a:latin typeface="Times New Roman" panose="02020603050405020304" pitchFamily="18" charset="0"/>
                          <a:cs typeface="Times New Roman" panose="02020603050405020304" pitchFamily="18" charset="0"/>
                        </a:rPr>
                        <a:t>Application/Backend Code</a:t>
                      </a:r>
                    </a:p>
                  </a:txBody>
                  <a:tcPr marL="48442" marR="48442" marT="24221" marB="24221" anchor="ctr"/>
                </a:tc>
                <a:tc>
                  <a:txBody>
                    <a:bodyPr/>
                    <a:lstStyle/>
                    <a:p>
                      <a:pPr>
                        <a:buNone/>
                      </a:pPr>
                      <a:r>
                        <a:rPr lang="en-IN" sz="1600" dirty="0"/>
                        <a:t>Develop backend logic, connect application with database, implement features</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extLst>
                  <a:ext uri="{0D108BD9-81ED-4DB2-BD59-A6C34878D82A}">
                    <a16:rowId xmlns:a16="http://schemas.microsoft.com/office/drawing/2014/main" val="3814170524"/>
                  </a:ext>
                </a:extLst>
              </a:tr>
              <a:tr h="1152553">
                <a:tc>
                  <a:txBody>
                    <a:bodyPr/>
                    <a:lstStyle/>
                    <a:p>
                      <a:pPr>
                        <a:buNone/>
                      </a:pPr>
                      <a:r>
                        <a:rPr lang="en-IN" sz="1600" b="1" dirty="0">
                          <a:latin typeface="Times New Roman" panose="02020603050405020304" pitchFamily="18" charset="0"/>
                          <a:cs typeface="Times New Roman" panose="02020603050405020304" pitchFamily="18" charset="0"/>
                        </a:rPr>
                        <a:t> Rohith – Documentation &amp; Testing</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tc>
                  <a:txBody>
                    <a:bodyPr/>
                    <a:lstStyle/>
                    <a:p>
                      <a:pPr>
                        <a:buNone/>
                      </a:pPr>
                      <a:r>
                        <a:rPr lang="en-IN" sz="1600" dirty="0">
                          <a:latin typeface="Times New Roman" panose="02020603050405020304" pitchFamily="18" charset="0"/>
                          <a:cs typeface="Times New Roman" panose="02020603050405020304" pitchFamily="18" charset="0"/>
                        </a:rPr>
                        <a:t>Testing &amp; Documentation</a:t>
                      </a:r>
                    </a:p>
                  </a:txBody>
                  <a:tcPr marL="48442" marR="48442" marT="24221" marB="24221" anchor="ctr"/>
                </a:tc>
                <a:tc>
                  <a:txBody>
                    <a:bodyPr/>
                    <a:lstStyle/>
                    <a:p>
                      <a:pPr>
                        <a:buNone/>
                      </a:pPr>
                      <a:r>
                        <a:rPr lang="en-IN" sz="1600" dirty="0"/>
                        <a:t>Test the application, find and report errors, prepare project documentation</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extLst>
                  <a:ext uri="{0D108BD9-81ED-4DB2-BD59-A6C34878D82A}">
                    <a16:rowId xmlns:a16="http://schemas.microsoft.com/office/drawing/2014/main" val="213189419"/>
                  </a:ext>
                </a:extLst>
              </a:tr>
            </a:tbl>
          </a:graphicData>
        </a:graphic>
      </p:graphicFrame>
    </p:spTree>
    <p:extLst>
      <p:ext uri="{BB962C8B-B14F-4D97-AF65-F5344CB8AC3E}">
        <p14:creationId xmlns:p14="http://schemas.microsoft.com/office/powerpoint/2010/main" val="28006038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2963382" y="281409"/>
            <a:ext cx="5029200"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DATABASE &amp; CONSTRAINTS</a:t>
            </a:r>
          </a:p>
        </p:txBody>
      </p:sp>
      <p:pic>
        <p:nvPicPr>
          <p:cNvPr id="12" name="Picture 11" descr="The image illustrates a table layout for a software management system, detailing columns such as Developer_ID, Software_ID, Category_ID, Email, and Status, with various data types and constraints like primary keys, foreign keys, not null, and check constraints.&#10;&#10;AI-generated content may be incorrect.">
            <a:extLst>
              <a:ext uri="{FF2B5EF4-FFF2-40B4-BE49-F238E27FC236}">
                <a16:creationId xmlns:a16="http://schemas.microsoft.com/office/drawing/2014/main" id="{DEEE967D-CD56-3D22-CAAF-6E92C14D9ABE}"/>
              </a:ext>
            </a:extLst>
          </p:cNvPr>
          <p:cNvPicPr>
            <a:picLocks noChangeAspect="1"/>
          </p:cNvPicPr>
          <p:nvPr/>
        </p:nvPicPr>
        <p:blipFill>
          <a:blip r:embed="rId6"/>
          <a:srcRect l="749" t="13051" r="568" b="7483"/>
          <a:stretch>
            <a:fillRect/>
          </a:stretch>
        </p:blipFill>
        <p:spPr>
          <a:xfrm>
            <a:off x="0" y="1531442"/>
            <a:ext cx="10058400" cy="5534917"/>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084984" y="281409"/>
            <a:ext cx="5029200"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SAMPLE DATA INSERTION</a:t>
            </a:r>
          </a:p>
        </p:txBody>
      </p:sp>
      <p:pic>
        <p:nvPicPr>
          <p:cNvPr id="10" name="Picture 9" descr="The image illustrates the 9-step process for implementing and managing a software management system, including project planning, data insertion, testing, deployment, and future enhancements.&#10;&#10;AI-generated content may be incorrect.">
            <a:extLst>
              <a:ext uri="{FF2B5EF4-FFF2-40B4-BE49-F238E27FC236}">
                <a16:creationId xmlns:a16="http://schemas.microsoft.com/office/drawing/2014/main" id="{A024C519-307E-1E80-CC84-9E296547150A}"/>
              </a:ext>
            </a:extLst>
          </p:cNvPr>
          <p:cNvPicPr>
            <a:picLocks noChangeAspect="1"/>
          </p:cNvPicPr>
          <p:nvPr/>
        </p:nvPicPr>
        <p:blipFill>
          <a:blip r:embed="rId6"/>
          <a:srcRect t="12749" b="6207"/>
          <a:stretch>
            <a:fillRect/>
          </a:stretch>
        </p:blipFill>
        <p:spPr>
          <a:xfrm>
            <a:off x="0" y="1797968"/>
            <a:ext cx="10009760" cy="4968552"/>
          </a:xfrm>
          <a:prstGeom prst="rect">
            <a:avLst/>
          </a:prstGeom>
        </p:spPr>
      </p:pic>
    </p:spTree>
    <p:extLst>
      <p:ext uri="{BB962C8B-B14F-4D97-AF65-F5344CB8AC3E}">
        <p14:creationId xmlns:p14="http://schemas.microsoft.com/office/powerpoint/2010/main" val="144075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3"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4"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5"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6"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2847737" y="298198"/>
            <a:ext cx="5029200" cy="430887"/>
          </a:xfrm>
          <a:prstGeom prst="rect">
            <a:avLst/>
          </a:prstGeom>
          <a:noFill/>
        </p:spPr>
        <p:txBody>
          <a:bodyPr wrap="square">
            <a:spAutoFit/>
          </a:bodyPr>
          <a:lstStyle/>
          <a:p>
            <a:r>
              <a:rPr lang="en-IN" sz="2200" b="1" dirty="0">
                <a:solidFill>
                  <a:schemeClr val="bg1"/>
                </a:solidFill>
                <a:latin typeface="Times New Roman" panose="02020603050405020304" pitchFamily="18" charset="0"/>
                <a:cs typeface="Times New Roman" panose="02020603050405020304" pitchFamily="18" charset="0"/>
              </a:rPr>
              <a:t>DDL, DML &amp; DQL OPERATIONS</a:t>
            </a:r>
          </a:p>
        </p:txBody>
      </p:sp>
      <p:pic>
        <p:nvPicPr>
          <p:cNvPr id="12" name="Picture 11" descr="The image illustrates a diagram of a software management system that includes components for data definition, manipulation, and querying, as well as an example SQL script for creating a table and executing queries.&#10;&#10;AI-generated content may be incorrect.">
            <a:extLst>
              <a:ext uri="{FF2B5EF4-FFF2-40B4-BE49-F238E27FC236}">
                <a16:creationId xmlns:a16="http://schemas.microsoft.com/office/drawing/2014/main" id="{2BB9C59F-440A-76B4-DA5E-F40B845B78C2}"/>
              </a:ext>
            </a:extLst>
          </p:cNvPr>
          <p:cNvPicPr>
            <a:picLocks noChangeAspect="1"/>
          </p:cNvPicPr>
          <p:nvPr/>
        </p:nvPicPr>
        <p:blipFill>
          <a:blip r:embed="rId7"/>
          <a:stretch>
            <a:fillRect/>
          </a:stretch>
        </p:blipFill>
        <p:spPr>
          <a:xfrm>
            <a:off x="0" y="1095297"/>
            <a:ext cx="10058400" cy="6220178"/>
          </a:xfrm>
          <a:prstGeom prst="rect">
            <a:avLst/>
          </a:prstGeom>
        </p:spPr>
      </p:pic>
    </p:spTree>
    <p:extLst>
      <p:ext uri="{BB962C8B-B14F-4D97-AF65-F5344CB8AC3E}">
        <p14:creationId xmlns:p14="http://schemas.microsoft.com/office/powerpoint/2010/main" val="552543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301008" y="281409"/>
            <a:ext cx="5029200"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CRUD &amp; SQL QUERIES</a:t>
            </a:r>
          </a:p>
        </p:txBody>
      </p:sp>
      <p:pic>
        <p:nvPicPr>
          <p:cNvPr id="12" name="Picture 11" descr="The image illustrates a diagram for a Software Management System that outlines the CRUD (Create, Read, Update, Delete) operations for managing software records, including inserting new records, selecting data, updating records, and deleting records, all within a SQL database context.&#10;&#10;AI-generated content may be incorrect.">
            <a:extLst>
              <a:ext uri="{FF2B5EF4-FFF2-40B4-BE49-F238E27FC236}">
                <a16:creationId xmlns:a16="http://schemas.microsoft.com/office/drawing/2014/main" id="{24165C93-1992-4770-A7ED-6CD369265EB1}"/>
              </a:ext>
            </a:extLst>
          </p:cNvPr>
          <p:cNvPicPr>
            <a:picLocks noChangeAspect="1"/>
          </p:cNvPicPr>
          <p:nvPr/>
        </p:nvPicPr>
        <p:blipFill>
          <a:blip r:embed="rId6"/>
          <a:stretch>
            <a:fillRect/>
          </a:stretch>
        </p:blipFill>
        <p:spPr>
          <a:xfrm>
            <a:off x="-1" y="1216578"/>
            <a:ext cx="10026967" cy="5664246"/>
          </a:xfrm>
          <a:prstGeom prst="rect">
            <a:avLst/>
          </a:prstGeom>
        </p:spPr>
      </p:pic>
    </p:spTree>
    <p:extLst>
      <p:ext uri="{BB962C8B-B14F-4D97-AF65-F5344CB8AC3E}">
        <p14:creationId xmlns:p14="http://schemas.microsoft.com/office/powerpoint/2010/main" val="4218948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31741" y="114583"/>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2998641" y="350327"/>
            <a:ext cx="5029200" cy="400110"/>
          </a:xfrm>
          <a:prstGeom prst="rect">
            <a:avLst/>
          </a:prstGeom>
          <a:noFill/>
        </p:spPr>
        <p:txBody>
          <a:bodyPr wrap="square">
            <a:spAutoFit/>
          </a:bodyPr>
          <a:lstStyle/>
          <a:p>
            <a:r>
              <a:rPr lang="en-IN" sz="2000" b="1" dirty="0">
                <a:solidFill>
                  <a:schemeClr val="bg1"/>
                </a:solidFill>
                <a:latin typeface="Times New Roman" panose="02020603050405020304" pitchFamily="18" charset="0"/>
                <a:cs typeface="Times New Roman" panose="02020603050405020304" pitchFamily="18" charset="0"/>
              </a:rPr>
              <a:t>DATA INTEGRITY &amp; VALIDATION</a:t>
            </a:r>
          </a:p>
        </p:txBody>
      </p:sp>
      <p:pic>
        <p:nvPicPr>
          <p:cNvPr id="10" name="Picture 9" descr="The image illustrates a diagram on software management system emphasizing data integrity and validation through various constraints and rules, such as primary keys, not null, unique, and foreign key constraints, to ensure accurate, consistent, and reliable data entry.&#10;&#10;AI-generated content may be incorrect.">
            <a:extLst>
              <a:ext uri="{FF2B5EF4-FFF2-40B4-BE49-F238E27FC236}">
                <a16:creationId xmlns:a16="http://schemas.microsoft.com/office/drawing/2014/main" id="{08590D76-AACF-9CC4-8797-13A147CE26FC}"/>
              </a:ext>
            </a:extLst>
          </p:cNvPr>
          <p:cNvPicPr>
            <a:picLocks noChangeAspect="1"/>
          </p:cNvPicPr>
          <p:nvPr/>
        </p:nvPicPr>
        <p:blipFill>
          <a:blip r:embed="rId6"/>
          <a:srcRect t="24744" b="14485"/>
          <a:stretch>
            <a:fillRect/>
          </a:stretch>
        </p:blipFill>
        <p:spPr>
          <a:xfrm>
            <a:off x="0" y="2013992"/>
            <a:ext cx="10058400" cy="3449990"/>
          </a:xfrm>
          <a:prstGeom prst="rect">
            <a:avLst/>
          </a:prstGeom>
        </p:spPr>
      </p:pic>
    </p:spTree>
    <p:extLst>
      <p:ext uri="{BB962C8B-B14F-4D97-AF65-F5344CB8AC3E}">
        <p14:creationId xmlns:p14="http://schemas.microsoft.com/office/powerpoint/2010/main" val="3221489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400110"/>
          </a:xfrm>
          <a:prstGeom prst="rect">
            <a:avLst/>
          </a:prstGeom>
          <a:noFill/>
        </p:spPr>
        <p:txBody>
          <a:bodyPr wrap="square">
            <a:spAutoFit/>
          </a:bodyPr>
          <a:lstStyle/>
          <a:p>
            <a:r>
              <a:rPr lang="en-IN" sz="2000" b="1" dirty="0">
                <a:solidFill>
                  <a:schemeClr val="bg1"/>
                </a:solidFill>
                <a:latin typeface="Times New Roman" panose="02020603050405020304" pitchFamily="18" charset="0"/>
                <a:cs typeface="Times New Roman" panose="02020603050405020304" pitchFamily="18" charset="0"/>
              </a:rPr>
              <a:t>PROJECT DOCUMENTATION</a:t>
            </a:r>
          </a:p>
        </p:txBody>
      </p:sp>
      <p:pic>
        <p:nvPicPr>
          <p:cNvPr id="10" name="Picture 9" descr="The image is a visual representation of a project documentation outline for a software management system, detailing the steps from initial planning to successful implementation, including ER diagrams, schema design, SQL queries, and documentation of the entire process.&#10;&#10;AI-generated content may be incorrect.">
            <a:extLst>
              <a:ext uri="{FF2B5EF4-FFF2-40B4-BE49-F238E27FC236}">
                <a16:creationId xmlns:a16="http://schemas.microsoft.com/office/drawing/2014/main" id="{C10E471B-4638-9047-6EDC-84A4720B77AF}"/>
              </a:ext>
            </a:extLst>
          </p:cNvPr>
          <p:cNvPicPr>
            <a:picLocks noChangeAspect="1"/>
          </p:cNvPicPr>
          <p:nvPr/>
        </p:nvPicPr>
        <p:blipFill>
          <a:blip r:embed="rId6"/>
          <a:srcRect t="16711"/>
          <a:stretch>
            <a:fillRect/>
          </a:stretch>
        </p:blipFill>
        <p:spPr>
          <a:xfrm>
            <a:off x="0" y="1373688"/>
            <a:ext cx="10058400" cy="5585048"/>
          </a:xfrm>
          <a:prstGeom prst="rect">
            <a:avLst/>
          </a:prstGeom>
        </p:spPr>
      </p:pic>
    </p:spTree>
    <p:extLst>
      <p:ext uri="{BB962C8B-B14F-4D97-AF65-F5344CB8AC3E}">
        <p14:creationId xmlns:p14="http://schemas.microsoft.com/office/powerpoint/2010/main" val="993339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07C35-05A2-8B3F-2B99-A3075BC022E1}"/>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C841BC19-35EC-D8FE-CD66-6DB4021D8363}"/>
              </a:ext>
            </a:extLst>
          </p:cNvPr>
          <p:cNvGrpSpPr/>
          <p:nvPr/>
        </p:nvGrpSpPr>
        <p:grpSpPr>
          <a:xfrm>
            <a:off x="2724944" y="89378"/>
            <a:ext cx="5103904" cy="1198311"/>
            <a:chOff x="2648188" y="47148"/>
            <a:chExt cx="5103904" cy="1198311"/>
          </a:xfrm>
        </p:grpSpPr>
        <p:pic>
          <p:nvPicPr>
            <p:cNvPr id="5" name="object 4">
              <a:extLst>
                <a:ext uri="{FF2B5EF4-FFF2-40B4-BE49-F238E27FC236}">
                  <a16:creationId xmlns:a16="http://schemas.microsoft.com/office/drawing/2014/main" id="{F575D878-5519-C4CC-3D7A-04D321C6CE43}"/>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231D9D97-A8B2-823B-3B49-025084540AFA}"/>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33CC8A91-372A-F8D9-DCE5-E5C27D33503F}"/>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BD910630-906B-FB62-6282-4966CA1A711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br>
                <a:rPr lang="en-IN" dirty="0"/>
              </a:br>
              <a:endParaRPr dirty="0"/>
            </a:p>
          </p:txBody>
        </p:sp>
      </p:grpSp>
      <p:pic>
        <p:nvPicPr>
          <p:cNvPr id="17" name="object 3">
            <a:extLst>
              <a:ext uri="{FF2B5EF4-FFF2-40B4-BE49-F238E27FC236}">
                <a16:creationId xmlns:a16="http://schemas.microsoft.com/office/drawing/2014/main" id="{6A8EC6CF-5C87-6F32-147F-8C33B2252CA2}"/>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76B8AB96-0142-4A90-5FEA-52248BE2D27D}"/>
              </a:ext>
            </a:extLst>
          </p:cNvPr>
          <p:cNvSpPr txBox="1"/>
          <p:nvPr/>
        </p:nvSpPr>
        <p:spPr>
          <a:xfrm>
            <a:off x="4183557" y="302568"/>
            <a:ext cx="2250111" cy="461665"/>
          </a:xfrm>
          <a:prstGeom prst="rect">
            <a:avLst/>
          </a:prstGeom>
          <a:noFill/>
        </p:spPr>
        <p:txBody>
          <a:bodyPr wrap="square" rtlCol="0">
            <a:spAutoFit/>
          </a:bodyPr>
          <a:lstStyle/>
          <a:p>
            <a:r>
              <a:rPr lang="en-IN" sz="2400" b="1" dirty="0">
                <a:solidFill>
                  <a:schemeClr val="bg1"/>
                </a:solidFill>
              </a:rPr>
              <a:t>CONCLUSION</a:t>
            </a:r>
          </a:p>
        </p:txBody>
      </p:sp>
      <p:sp>
        <p:nvSpPr>
          <p:cNvPr id="11" name="TextBox 10">
            <a:extLst>
              <a:ext uri="{FF2B5EF4-FFF2-40B4-BE49-F238E27FC236}">
                <a16:creationId xmlns:a16="http://schemas.microsoft.com/office/drawing/2014/main" id="{89621A69-BD1A-E409-F7B3-60D74B92C554}"/>
              </a:ext>
            </a:extLst>
          </p:cNvPr>
          <p:cNvSpPr txBox="1"/>
          <p:nvPr/>
        </p:nvSpPr>
        <p:spPr>
          <a:xfrm>
            <a:off x="1716832" y="1236717"/>
            <a:ext cx="6803789" cy="5107873"/>
          </a:xfrm>
          <a:prstGeom prst="rect">
            <a:avLst/>
          </a:prstGeom>
          <a:noFill/>
        </p:spPr>
        <p:txBody>
          <a:bodyPr wrap="square" rtlCol="0">
            <a:spAutoFit/>
          </a:bodyPr>
          <a:lstStyle/>
          <a:p>
            <a:pPr>
              <a:lnSpc>
                <a:spcPct val="150000"/>
              </a:lnSpc>
            </a:pPr>
            <a:r>
              <a:rPr lang="en-IN" sz="2200" dirty="0"/>
              <a:t>Our Software Management System provides a simple and organized way to manage software-related information. It helps to reduce manual work, avoid data duplication, and maintain accurate records. By using DBMS concepts like entities, relationships, ER diagrams, and relational schemas, the system makes software data easier to store, update, and retrieve. Overall, this project shows how DBMS can be used to solve a real-world software management problem.</a:t>
            </a:r>
          </a:p>
        </p:txBody>
      </p:sp>
    </p:spTree>
    <p:extLst>
      <p:ext uri="{BB962C8B-B14F-4D97-AF65-F5344CB8AC3E}">
        <p14:creationId xmlns:p14="http://schemas.microsoft.com/office/powerpoint/2010/main" val="4923285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java</Template>
  <TotalTime>1196</TotalTime>
  <Words>915</Words>
  <Application>Microsoft Office PowerPoint</Application>
  <PresentationFormat>Custom</PresentationFormat>
  <Paragraphs>109</Paragraphs>
  <Slides>19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Cambria</vt:lpstr>
      <vt:lpstr>Palatino Linotype</vt:lpstr>
      <vt:lpstr>Times New Roman</vt:lpstr>
      <vt:lpstr>Office Theme</vt:lpstr>
      <vt:lpstr>DATABASE MANEGEMENT SYSTEM Cornerstone Project  </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bunny gaming</dc:creator>
  <cp:lastModifiedBy>J Sahithi</cp:lastModifiedBy>
  <cp:revision>21</cp:revision>
  <cp:lastPrinted>2025-10-14T18:21:49Z</cp:lastPrinted>
  <dcterms:created xsi:type="dcterms:W3CDTF">2026-02-27T08:03:13Z</dcterms:created>
  <dcterms:modified xsi:type="dcterms:W3CDTF">2026-09-19T16:39:14Z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